
<file path=[Content_Types].xml><?xml version="1.0" encoding="utf-8"?>
<Types xmlns="http://schemas.openxmlformats.org/package/2006/content-types">
  <Default Extension="jpg" ContentType="image/jpe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E3D3"/>
            </a:gs>
            <a:gs pos="100000">
              <a:srgbClr val="FFD6E0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Ảnh 2" descr=""/>
          <p:cNvPicPr>
            <a:picLocks noChangeAspect="1"/>
          </p:cNvPicPr>
          <p:nvPr/>
        </p:nvPicPr>
        <p:blipFill>
          <a:blip r:embed="rId3"/>
          <a:srcRect l="1" t="0" r="1" b="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phu-an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E3D3">
                  <a:alpha val="90000"/>
                </a:srgbClr>
              </a:gs>
              <a:gs pos="50000">
                <a:srgbClr val="FFE3D3">
                  <a:alpha val="70000"/>
                </a:srgbClr>
              </a:gs>
              <a:gs pos="100000">
                <a:srgbClr val="FFD6E0">
                  <a:alpha val="2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nguon-anh"/>
          <p:cNvSpPr txBox="1"/>
          <p:nvPr/>
        </p:nvSpPr>
        <p:spPr>
          <a:xfrm>
            <a:off x="6339535" y="6528816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r">
              <a:lnSpc>
                <a:spcPts val="920"/>
              </a:lnSpc>
              <a:buNone/>
            </a:pPr>
            <a:r>
              <a:rPr lang="vi-VN" sz="800" b="0" i="0" dirty="0">
                <a:solidFill>
                  <a:srgbClr val="55597A"/>
                </a:solidFill>
                <a:latin typeface="Candara"/>
                <a:cs typeface="Candara"/>
              </a:rPr>
              <a:t>Ảnh: Daderot · CC0 · Wikimedia Commons</a:t>
            </a:r>
          </a:p>
        </p:txBody>
      </p:sp>
      <p:sp>
        <p:nvSpPr>
          <p:cNvPr id="5" name="!!tmark"/>
          <p:cNvSpPr/>
          <p:nvPr/>
        </p:nvSpPr>
        <p:spPr>
          <a:xfrm>
            <a:off x="731520" y="1877314"/>
            <a:ext cx="1005840" cy="82296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Tiêu đề"/>
          <p:cNvSpPr txBox="1"/>
          <p:nvPr/>
        </p:nvSpPr>
        <p:spPr>
          <a:xfrm>
            <a:off x="731520" y="2224786"/>
            <a:ext cx="9875520" cy="929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600"/>
              </a:lnSpc>
              <a:buNone/>
            </a:pPr>
            <a:r>
              <a:rPr lang="vi-VN" sz="6000" b="1" i="0" dirty="0">
                <a:solidFill>
                  <a:srgbClr val="3D405B"/>
                </a:solidFill>
                <a:latin typeface="Candara"/>
                <a:cs typeface="Candara"/>
              </a:rPr>
              <a:t>HƯỚNG DẪN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3337306"/>
            <a:ext cx="9601200" cy="5003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20"/>
              </a:lnSpc>
              <a:buNone/>
            </a:pPr>
            <a:r>
              <a:rPr lang="vi-VN" sz="2800" b="0" i="0" dirty="0">
                <a:solidFill>
                  <a:srgbClr val="D9534F"/>
                </a:solidFill>
                <a:latin typeface="Candara"/>
                <a:cs typeface="Candara"/>
              </a:rPr>
              <a:t>Đây là Slide hướng dẫn kèm theo mẫu trực quan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70"/>
                            </p:stCondLst>
                            <p:childTnLst>
                              <p:par>
                                <p:cTn id="18" presetID="42" presetClass="entr" presetSubtype="0" fill="hold" grpId="0" nodeType="afterEffect" decel="10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960106" y="-1484585"/>
            <a:ext cx="2266419" cy="2368192"/>
          </a:xfrm>
          <a:custGeom>
            <a:avLst/>
            <a:gdLst/>
            <a:ahLst/>
            <a:cxnLst/>
            <a:rect l="0" t="0" r="r" b="b"/>
            <a:pathLst>
              <a:path w="2266419" h="2368192">
                <a:moveTo>
                  <a:pt x="2266419" y="1393145"/>
                </a:moveTo>
                <a:lnTo>
                  <a:pt x="2181556" y="1651710"/>
                </a:lnTo>
                <a:lnTo>
                  <a:pt x="2016863" y="1859384"/>
                </a:lnTo>
                <a:lnTo>
                  <a:pt x="1811702" y="2001612"/>
                </a:lnTo>
                <a:lnTo>
                  <a:pt x="1606344" y="2092397"/>
                </a:lnTo>
                <a:lnTo>
                  <a:pt x="1419521" y="2163145"/>
                </a:lnTo>
                <a:lnTo>
                  <a:pt x="1241666" y="2238544"/>
                </a:lnTo>
                <a:lnTo>
                  <a:pt x="1048709" y="2316708"/>
                </a:lnTo>
                <a:lnTo>
                  <a:pt x="826161" y="2368192"/>
                </a:lnTo>
                <a:lnTo>
                  <a:pt x="585538" y="2354930"/>
                </a:lnTo>
                <a:lnTo>
                  <a:pt x="360925" y="2255600"/>
                </a:lnTo>
                <a:lnTo>
                  <a:pt x="188293" y="2079305"/>
                </a:lnTo>
                <a:lnTo>
                  <a:pt x="83103" y="1858157"/>
                </a:lnTo>
                <a:lnTo>
                  <a:pt x="33005" y="1624973"/>
                </a:lnTo>
                <a:lnTo>
                  <a:pt x="11127" y="1393145"/>
                </a:lnTo>
                <a:lnTo>
                  <a:pt x="0" y="1153784"/>
                </a:lnTo>
                <a:lnTo>
                  <a:pt x="8063" y="891997"/>
                </a:lnTo>
                <a:lnTo>
                  <a:pt x="66098" y="609539"/>
                </a:lnTo>
                <a:lnTo>
                  <a:pt x="205750" y="336108"/>
                </a:lnTo>
                <a:lnTo>
                  <a:pt x="435520" y="119844"/>
                </a:lnTo>
                <a:lnTo>
                  <a:pt x="731427" y="3042"/>
                </a:lnTo>
                <a:lnTo>
                  <a:pt x="1048709" y="0"/>
                </a:lnTo>
                <a:lnTo>
                  <a:pt x="1345601" y="92377"/>
                </a:lnTo>
                <a:lnTo>
                  <a:pt x="1601868" y="244500"/>
                </a:lnTo>
                <a:lnTo>
                  <a:pt x="1819447" y="426670"/>
                </a:lnTo>
                <a:lnTo>
                  <a:pt x="2006537" y="629303"/>
                </a:lnTo>
                <a:lnTo>
                  <a:pt x="2159033" y="858442"/>
                </a:lnTo>
                <a:lnTo>
                  <a:pt x="2254873" y="1117846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960135" y="5976171"/>
            <a:ext cx="2068684" cy="1983904"/>
          </a:xfrm>
          <a:custGeom>
            <a:avLst/>
            <a:gdLst/>
            <a:ahLst/>
            <a:cxnLst/>
            <a:rect l="0" t="0" r="r" b="b"/>
            <a:pathLst>
              <a:path w="2068684" h="1983904">
                <a:moveTo>
                  <a:pt x="2048895" y="927549"/>
                </a:moveTo>
                <a:lnTo>
                  <a:pt x="2068684" y="1159697"/>
                </a:lnTo>
                <a:lnTo>
                  <a:pt x="2031090" y="1399258"/>
                </a:lnTo>
                <a:lnTo>
                  <a:pt x="1925562" y="1624530"/>
                </a:lnTo>
                <a:lnTo>
                  <a:pt x="1754460" y="1808939"/>
                </a:lnTo>
                <a:lnTo>
                  <a:pt x="1534920" y="1931225"/>
                </a:lnTo>
                <a:lnTo>
                  <a:pt x="1292681" y="1983904"/>
                </a:lnTo>
                <a:lnTo>
                  <a:pt x="1051575" y="1974465"/>
                </a:lnTo>
                <a:lnTo>
                  <a:pt x="825389" y="1918534"/>
                </a:lnTo>
                <a:lnTo>
                  <a:pt x="617155" y="1829632"/>
                </a:lnTo>
                <a:lnTo>
                  <a:pt x="425712" y="1712357"/>
                </a:lnTo>
                <a:lnTo>
                  <a:pt x="254357" y="1563309"/>
                </a:lnTo>
                <a:lnTo>
                  <a:pt x="115120" y="1378522"/>
                </a:lnTo>
                <a:lnTo>
                  <a:pt x="25501" y="1161743"/>
                </a:lnTo>
                <a:lnTo>
                  <a:pt x="0" y="927549"/>
                </a:lnTo>
                <a:lnTo>
                  <a:pt x="42362" y="697202"/>
                </a:lnTo>
                <a:lnTo>
                  <a:pt x="143786" y="490381"/>
                </a:lnTo>
                <a:lnTo>
                  <a:pt x="287928" y="318561"/>
                </a:lnTo>
                <a:lnTo>
                  <a:pt x="458817" y="184254"/>
                </a:lnTo>
                <a:lnTo>
                  <a:pt x="646178" y="85732"/>
                </a:lnTo>
                <a:lnTo>
                  <a:pt x="845109" y="22960"/>
                </a:lnTo>
                <a:lnTo>
                  <a:pt x="1051575" y="0"/>
                </a:lnTo>
                <a:lnTo>
                  <a:pt x="1258176" y="22371"/>
                </a:lnTo>
                <a:lnTo>
                  <a:pt x="1453948" y="92013"/>
                </a:lnTo>
                <a:lnTo>
                  <a:pt x="1628266" y="204401"/>
                </a:lnTo>
                <a:lnTo>
                  <a:pt x="1775262" y="350428"/>
                </a:lnTo>
                <a:lnTo>
                  <a:pt x="1894550" y="521594"/>
                </a:lnTo>
                <a:lnTo>
                  <a:pt x="1987044" y="714034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1963074" y="6519885"/>
            <a:ext cx="181037" cy="181037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10212676" y="340412"/>
            <a:ext cx="232270" cy="232270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3612222" y="6479192"/>
            <a:ext cx="201559" cy="201559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1 Chọn file hoặc kéo thả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card0"/>
          <p:cNvSpPr/>
          <p:nvPr/>
        </p:nvSpPr>
        <p:spPr>
          <a:xfrm>
            <a:off x="731520" y="1794510"/>
            <a:ext cx="2396414" cy="3904488"/>
          </a:xfrm>
          <a:prstGeom prst="roundRect">
            <a:avLst>
              <a:gd name="adj" fmla="val 18315"/>
            </a:avLst>
          </a:prstGeom>
          <a:solidFill>
            <a:srgbClr val="F7D6CE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8" name="Shape 18"/>
          <p:cNvSpPr txBox="1"/>
          <p:nvPr/>
        </p:nvSpPr>
        <p:spPr>
          <a:xfrm>
            <a:off x="969264" y="2032254"/>
            <a:ext cx="1920926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50"/>
              </a:lnSpc>
              <a:buNone/>
            </a:pPr>
            <a:r>
              <a:rPr lang="vi-VN" sz="3000" b="1" i="0" dirty="0">
                <a:solidFill>
                  <a:srgbClr val="3D405B"/>
                </a:solidFill>
                <a:latin typeface="Candara"/>
                <a:cs typeface="Candara"/>
              </a:rPr>
              <a:t>01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69264" y="2535174"/>
            <a:ext cx="1920926" cy="301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vi-VN" sz="2400" b="0" i="0" dirty="0">
                <a:solidFill>
                  <a:srgbClr val="55597A"/>
                </a:solidFill>
                <a:latin typeface="Candara"/>
                <a:cs typeface="Candara"/>
              </a:rPr>
              <a:t>Tự chia theo Heading của Word; .md; .txt.</a:t>
            </a:r>
          </a:p>
        </p:txBody>
      </p:sp>
      <p:sp>
        <p:nvSpPr>
          <p:cNvPr id="20" name="card1"/>
          <p:cNvSpPr/>
          <p:nvPr/>
        </p:nvSpPr>
        <p:spPr>
          <a:xfrm>
            <a:off x="3402254" y="1794510"/>
            <a:ext cx="2396414" cy="3904488"/>
          </a:xfrm>
          <a:prstGeom prst="roundRect">
            <a:avLst>
              <a:gd name="adj" fmla="val 18315"/>
            </a:avLst>
          </a:prstGeom>
          <a:solidFill>
            <a:srgbClr val="E6E9DD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1" name="Shape 21"/>
          <p:cNvSpPr txBox="1"/>
          <p:nvPr/>
        </p:nvSpPr>
        <p:spPr>
          <a:xfrm>
            <a:off x="3639998" y="2032254"/>
            <a:ext cx="1920926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50"/>
              </a:lnSpc>
              <a:buNone/>
            </a:pPr>
            <a:r>
              <a:rPr lang="vi-VN" sz="3000" b="1" i="0" dirty="0">
                <a:solidFill>
                  <a:srgbClr val="3D405B"/>
                </a:solidFill>
                <a:latin typeface="Candara"/>
                <a:cs typeface="Candara"/>
              </a:rPr>
              <a:t>02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639998" y="2535174"/>
            <a:ext cx="1920926" cy="301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vi-VN" sz="2400" b="0" i="0" dirty="0">
                <a:solidFill>
                  <a:srgbClr val="55597A"/>
                </a:solidFill>
                <a:latin typeface="Candara"/>
                <a:cs typeface="Candara"/>
              </a:rPr>
              <a:t>Chỉ đọc được PDF đã OCR; tự dàn theo bố cục của file PDF</a:t>
            </a:r>
          </a:p>
        </p:txBody>
      </p:sp>
      <p:sp>
        <p:nvSpPr>
          <p:cNvPr id="23" name="card2"/>
          <p:cNvSpPr/>
          <p:nvPr/>
        </p:nvSpPr>
        <p:spPr>
          <a:xfrm>
            <a:off x="6072988" y="1794510"/>
            <a:ext cx="2396414" cy="3904488"/>
          </a:xfrm>
          <a:prstGeom prst="roundRect">
            <a:avLst>
              <a:gd name="adj" fmla="val 18315"/>
            </a:avLst>
          </a:prstGeom>
          <a:solidFill>
            <a:srgbClr val="FCEEDB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4" name="Shape 24"/>
          <p:cNvSpPr txBox="1"/>
          <p:nvPr/>
        </p:nvSpPr>
        <p:spPr>
          <a:xfrm>
            <a:off x="6310732" y="2032254"/>
            <a:ext cx="1920926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50"/>
              </a:lnSpc>
              <a:buNone/>
            </a:pPr>
            <a:r>
              <a:rPr lang="vi-VN" sz="3000" b="1" i="0" dirty="0">
                <a:solidFill>
                  <a:srgbClr val="3D405B"/>
                </a:solidFill>
                <a:latin typeface="Candara"/>
                <a:cs typeface="Candara"/>
              </a:rPr>
              <a:t>03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6310732" y="2535174"/>
            <a:ext cx="1920926" cy="301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vi-VN" sz="2400" b="0" i="0" dirty="0">
                <a:solidFill>
                  <a:srgbClr val="55597A"/>
                </a:solidFill>
                <a:latin typeface="Candara"/>
                <a:cs typeface="Candara"/>
              </a:rPr>
              <a:t>PPTX có chức năng giữ nguyên bố cục (mặc định), dàn lại trang thì bỏ tick</a:t>
            </a:r>
          </a:p>
        </p:txBody>
      </p:sp>
      <p:sp>
        <p:nvSpPr>
          <p:cNvPr id="26" name="card3"/>
          <p:cNvSpPr/>
          <p:nvPr/>
        </p:nvSpPr>
        <p:spPr>
          <a:xfrm>
            <a:off x="8743721" y="1794510"/>
            <a:ext cx="2396414" cy="3904488"/>
          </a:xfrm>
          <a:prstGeom prst="roundRect">
            <a:avLst>
              <a:gd name="adj" fmla="val 18315"/>
            </a:avLst>
          </a:prstGeom>
          <a:solidFill>
            <a:srgbClr val="F7D6CE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7" name="Shape 27"/>
          <p:cNvSpPr txBox="1"/>
          <p:nvPr/>
        </p:nvSpPr>
        <p:spPr>
          <a:xfrm>
            <a:off x="8981465" y="2032254"/>
            <a:ext cx="1920926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50"/>
              </a:lnSpc>
              <a:buNone/>
            </a:pPr>
            <a:r>
              <a:rPr lang="vi-VN" sz="3000" b="1" i="0" dirty="0">
                <a:solidFill>
                  <a:srgbClr val="3D405B"/>
                </a:solidFill>
                <a:latin typeface="Candara"/>
                <a:cs typeface="Candara"/>
              </a:rPr>
              <a:t>04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981465" y="2535174"/>
            <a:ext cx="1920926" cy="301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80"/>
              </a:lnSpc>
              <a:buNone/>
            </a:pPr>
            <a:r>
              <a:rPr lang="vi-VN" sz="2400" b="0" i="0" dirty="0">
                <a:solidFill>
                  <a:srgbClr val="55597A"/>
                </a:solidFill>
                <a:latin typeface="Candara"/>
                <a:cs typeface="Candara"/>
              </a:rPr>
              <a:t>Lưu ý bản quyền: mẫu thuộc về các trang nguồn, Công cụ chỉ giúp áp dụng template nhanh hơn.</a:t>
            </a:r>
          </a:p>
        </p:txBody>
      </p:sp>
      <p:sp>
        <p:nvSpPr>
          <p:cNvPr id="29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4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1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8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549581" y="-1111224"/>
            <a:ext cx="2569001" cy="2276150"/>
          </a:xfrm>
          <a:custGeom>
            <a:avLst/>
            <a:gdLst/>
            <a:ahLst/>
            <a:cxnLst/>
            <a:rect l="0" t="0" r="r" b="b"/>
            <a:pathLst>
              <a:path w="2569001" h="2276150">
                <a:moveTo>
                  <a:pt x="2537606" y="1019784"/>
                </a:moveTo>
                <a:lnTo>
                  <a:pt x="2498903" y="1257081"/>
                </a:lnTo>
                <a:lnTo>
                  <a:pt x="2465375" y="1504316"/>
                </a:lnTo>
                <a:lnTo>
                  <a:pt x="2405376" y="1774307"/>
                </a:lnTo>
                <a:lnTo>
                  <a:pt x="2270539" y="2037128"/>
                </a:lnTo>
                <a:lnTo>
                  <a:pt x="2039969" y="2225692"/>
                </a:lnTo>
                <a:lnTo>
                  <a:pt x="1745991" y="2276150"/>
                </a:lnTo>
                <a:lnTo>
                  <a:pt x="1459234" y="2174331"/>
                </a:lnTo>
                <a:lnTo>
                  <a:pt x="1241839" y="1972252"/>
                </a:lnTo>
                <a:lnTo>
                  <a:pt x="1103178" y="1759140"/>
                </a:lnTo>
                <a:lnTo>
                  <a:pt x="992604" y="1604919"/>
                </a:lnTo>
                <a:lnTo>
                  <a:pt x="837503" y="1515598"/>
                </a:lnTo>
                <a:lnTo>
                  <a:pt x="601172" y="1433004"/>
                </a:lnTo>
                <a:lnTo>
                  <a:pt x="319024" y="1280029"/>
                </a:lnTo>
                <a:lnTo>
                  <a:pt x="85670" y="1019784"/>
                </a:lnTo>
                <a:lnTo>
                  <a:pt x="0" y="686723"/>
                </a:lnTo>
                <a:lnTo>
                  <a:pt x="105286" y="367757"/>
                </a:lnTo>
                <a:lnTo>
                  <a:pt x="364966" y="147134"/>
                </a:lnTo>
                <a:lnTo>
                  <a:pt x="689410" y="54455"/>
                </a:lnTo>
                <a:lnTo>
                  <a:pt x="993188" y="52030"/>
                </a:lnTo>
                <a:lnTo>
                  <a:pt x="1242168" y="68756"/>
                </a:lnTo>
                <a:lnTo>
                  <a:pt x="1459234" y="54267"/>
                </a:lnTo>
                <a:lnTo>
                  <a:pt x="1688847" y="13784"/>
                </a:lnTo>
                <a:lnTo>
                  <a:pt x="1950336" y="0"/>
                </a:lnTo>
                <a:lnTo>
                  <a:pt x="2216027" y="70795"/>
                </a:lnTo>
                <a:lnTo>
                  <a:pt x="2429363" y="246131"/>
                </a:lnTo>
                <a:lnTo>
                  <a:pt x="2546740" y="496068"/>
                </a:lnTo>
                <a:lnTo>
                  <a:pt x="2569001" y="766487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781833" y="5724423"/>
            <a:ext cx="2086189" cy="2154000"/>
          </a:xfrm>
          <a:custGeom>
            <a:avLst/>
            <a:gdLst/>
            <a:ahLst/>
            <a:cxnLst/>
            <a:rect l="0" t="0" r="r" b="b"/>
            <a:pathLst>
              <a:path w="2086189" h="2154000">
                <a:moveTo>
                  <a:pt x="1984429" y="1179297"/>
                </a:moveTo>
                <a:lnTo>
                  <a:pt x="2086189" y="1456137"/>
                </a:lnTo>
                <a:lnTo>
                  <a:pt x="2036765" y="1739605"/>
                </a:lnTo>
                <a:lnTo>
                  <a:pt x="1852871" y="1960500"/>
                </a:lnTo>
                <a:lnTo>
                  <a:pt x="1596510" y="2086207"/>
                </a:lnTo>
                <a:lnTo>
                  <a:pt x="1332752" y="2133416"/>
                </a:lnTo>
                <a:lnTo>
                  <a:pt x="1093778" y="2145393"/>
                </a:lnTo>
                <a:lnTo>
                  <a:pt x="873273" y="2153666"/>
                </a:lnTo>
                <a:lnTo>
                  <a:pt x="650803" y="2154000"/>
                </a:lnTo>
                <a:lnTo>
                  <a:pt x="423275" y="2113727"/>
                </a:lnTo>
                <a:lnTo>
                  <a:pt x="216908" y="2002353"/>
                </a:lnTo>
                <a:lnTo>
                  <a:pt x="70351" y="1819606"/>
                </a:lnTo>
                <a:lnTo>
                  <a:pt x="3697" y="1598063"/>
                </a:lnTo>
                <a:lnTo>
                  <a:pt x="0" y="1378616"/>
                </a:lnTo>
                <a:lnTo>
                  <a:pt x="16297" y="1179297"/>
                </a:lnTo>
                <a:lnTo>
                  <a:pt x="17299" y="983926"/>
                </a:lnTo>
                <a:lnTo>
                  <a:pt x="5811" y="761549"/>
                </a:lnTo>
                <a:lnTo>
                  <a:pt x="24752" y="502624"/>
                </a:lnTo>
                <a:lnTo>
                  <a:pt x="126550" y="242936"/>
                </a:lnTo>
                <a:lnTo>
                  <a:pt x="331135" y="53536"/>
                </a:lnTo>
                <a:lnTo>
                  <a:pt x="604106" y="0"/>
                </a:lnTo>
                <a:lnTo>
                  <a:pt x="873273" y="98438"/>
                </a:lnTo>
                <a:lnTo>
                  <a:pt x="1073875" y="300404"/>
                </a:lnTo>
                <a:lnTo>
                  <a:pt x="1190890" y="519759"/>
                </a:lnTo>
                <a:lnTo>
                  <a:pt x="1267556" y="684882"/>
                </a:lnTo>
                <a:lnTo>
                  <a:pt x="1372670" y="781041"/>
                </a:lnTo>
                <a:lnTo>
                  <a:pt x="1548739" y="854010"/>
                </a:lnTo>
                <a:lnTo>
                  <a:pt x="1777093" y="973006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4110335" y="6542503"/>
            <a:ext cx="206489" cy="206489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7928390" y="289246"/>
            <a:ext cx="145978" cy="145978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4351317" y="6457692"/>
            <a:ext cx="139672" cy="139672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2 Chọn màu thiết kế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Shape 17"/>
          <p:cNvSpPr txBox="1"/>
          <p:nvPr/>
        </p:nvSpPr>
        <p:spPr>
          <a:xfrm>
            <a:off x="731520" y="2012594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Tự động thay đổi font cho phù hợp với thiết kế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31520" y="2844698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Ảnh, bố cục của file pdf được giữ nguyên nếu không chọn dàn lại trang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31520" y="4073042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Chọn màu chữ và màu nền theo thiết kế có sẵn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31520" y="4905146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Chọn họa tiết sẽ thay đổi màu chữ/nền tương ứng với họa tiết</a:t>
            </a:r>
          </a:p>
        </p:txBody>
      </p:sp>
      <p:sp>
        <p:nvSpPr>
          <p:cNvPr id="21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1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8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880509" y="-1338487"/>
            <a:ext cx="2408619" cy="2292631"/>
          </a:xfrm>
          <a:custGeom>
            <a:avLst/>
            <a:gdLst/>
            <a:ahLst/>
            <a:cxnLst/>
            <a:rect l="0" t="0" r="r" b="b"/>
            <a:pathLst>
              <a:path w="2408619" h="2292631">
                <a:moveTo>
                  <a:pt x="2408619" y="1247047"/>
                </a:moveTo>
                <a:lnTo>
                  <a:pt x="2363222" y="1528909"/>
                </a:lnTo>
                <a:lnTo>
                  <a:pt x="2207235" y="1766632"/>
                </a:lnTo>
                <a:lnTo>
                  <a:pt x="1980984" y="1927036"/>
                </a:lnTo>
                <a:lnTo>
                  <a:pt x="1740050" y="2014149"/>
                </a:lnTo>
                <a:lnTo>
                  <a:pt x="1522235" y="2065049"/>
                </a:lnTo>
                <a:lnTo>
                  <a:pt x="1327999" y="2121956"/>
                </a:lnTo>
                <a:lnTo>
                  <a:pt x="1128306" y="2200003"/>
                </a:lnTo>
                <a:lnTo>
                  <a:pt x="893960" y="2273784"/>
                </a:lnTo>
                <a:lnTo>
                  <a:pt x="624780" y="2292631"/>
                </a:lnTo>
                <a:lnTo>
                  <a:pt x="357191" y="2213996"/>
                </a:lnTo>
                <a:lnTo>
                  <a:pt x="144665" y="2031475"/>
                </a:lnTo>
                <a:lnTo>
                  <a:pt x="25299" y="1778228"/>
                </a:lnTo>
                <a:lnTo>
                  <a:pt x="0" y="1504576"/>
                </a:lnTo>
                <a:lnTo>
                  <a:pt x="36622" y="1247047"/>
                </a:lnTo>
                <a:lnTo>
                  <a:pt x="96167" y="1011468"/>
                </a:lnTo>
                <a:lnTo>
                  <a:pt x="161207" y="781317"/>
                </a:lnTo>
                <a:lnTo>
                  <a:pt x="245732" y="543218"/>
                </a:lnTo>
                <a:lnTo>
                  <a:pt x="380095" y="308820"/>
                </a:lnTo>
                <a:lnTo>
                  <a:pt x="583448" y="115638"/>
                </a:lnTo>
                <a:lnTo>
                  <a:pt x="845040" y="5978"/>
                </a:lnTo>
                <a:lnTo>
                  <a:pt x="1128306" y="0"/>
                </a:lnTo>
                <a:lnTo>
                  <a:pt x="1393886" y="83468"/>
                </a:lnTo>
                <a:lnTo>
                  <a:pt x="1623181" y="219430"/>
                </a:lnTo>
                <a:lnTo>
                  <a:pt x="1823968" y="374715"/>
                </a:lnTo>
                <a:lnTo>
                  <a:pt x="2013869" y="540835"/>
                </a:lnTo>
                <a:lnTo>
                  <a:pt x="2195118" y="733298"/>
                </a:lnTo>
                <a:lnTo>
                  <a:pt x="2341392" y="970168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869271" y="5762659"/>
            <a:ext cx="1900927" cy="2246679"/>
          </a:xfrm>
          <a:custGeom>
            <a:avLst/>
            <a:gdLst/>
            <a:ahLst/>
            <a:cxnLst/>
            <a:rect l="0" t="0" r="r" b="b"/>
            <a:pathLst>
              <a:path w="1900927" h="2246679">
                <a:moveTo>
                  <a:pt x="1856416" y="1141061"/>
                </a:moveTo>
                <a:lnTo>
                  <a:pt x="1900927" y="1355659"/>
                </a:lnTo>
                <a:lnTo>
                  <a:pt x="1899463" y="1593140"/>
                </a:lnTo>
                <a:lnTo>
                  <a:pt x="1828749" y="1833299"/>
                </a:lnTo>
                <a:lnTo>
                  <a:pt x="1679905" y="2042902"/>
                </a:lnTo>
                <a:lnTo>
                  <a:pt x="1464835" y="2187884"/>
                </a:lnTo>
                <a:lnTo>
                  <a:pt x="1213061" y="2246679"/>
                </a:lnTo>
                <a:lnTo>
                  <a:pt x="960711" y="2218056"/>
                </a:lnTo>
                <a:lnTo>
                  <a:pt x="737307" y="2119860"/>
                </a:lnTo>
                <a:lnTo>
                  <a:pt x="556777" y="1979840"/>
                </a:lnTo>
                <a:lnTo>
                  <a:pt x="416444" y="1823552"/>
                </a:lnTo>
                <a:lnTo>
                  <a:pt x="303457" y="1665204"/>
                </a:lnTo>
                <a:lnTo>
                  <a:pt x="204696" y="1505139"/>
                </a:lnTo>
                <a:lnTo>
                  <a:pt x="115176" y="1334049"/>
                </a:lnTo>
                <a:lnTo>
                  <a:pt x="41549" y="1141061"/>
                </a:lnTo>
                <a:lnTo>
                  <a:pt x="0" y="921785"/>
                </a:lnTo>
                <a:lnTo>
                  <a:pt x="10121" y="683281"/>
                </a:lnTo>
                <a:lnTo>
                  <a:pt x="87369" y="444594"/>
                </a:lnTo>
                <a:lnTo>
                  <a:pt x="236589" y="233041"/>
                </a:lnTo>
                <a:lnTo>
                  <a:pt x="448491" y="77425"/>
                </a:lnTo>
                <a:lnTo>
                  <a:pt x="700272" y="0"/>
                </a:lnTo>
                <a:lnTo>
                  <a:pt x="960711" y="9563"/>
                </a:lnTo>
                <a:lnTo>
                  <a:pt x="1198715" y="98300"/>
                </a:lnTo>
                <a:lnTo>
                  <a:pt x="1392589" y="244259"/>
                </a:lnTo>
                <a:lnTo>
                  <a:pt x="1536263" y="419343"/>
                </a:lnTo>
                <a:lnTo>
                  <a:pt x="1639186" y="599996"/>
                </a:lnTo>
                <a:lnTo>
                  <a:pt x="1719159" y="775812"/>
                </a:lnTo>
                <a:lnTo>
                  <a:pt x="1790982" y="951558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2775924" y="6482463"/>
            <a:ext cx="207648" cy="207648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9157959" y="455041"/>
            <a:ext cx="184994" cy="184994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4037174" y="6500759"/>
            <a:ext cx="166548" cy="166548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3 Chọn họa tiết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Shape 17"/>
          <p:cNvSpPr txBox="1"/>
          <p:nvPr/>
        </p:nvSpPr>
        <p:spPr>
          <a:xfrm>
            <a:off x="731520" y="1893722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61họa tiết theo chủ đề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31520" y="2725826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Ô "Dùng bảng màu của họa tiết": khi tích, một số họa tiết đổi luôn màu cả bộ slide cho phù hợp.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31520" y="3954170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Nếu không muốn dùng màu của họa tiết, bỏ tick ở cuối mục 3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31520" y="4786274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Muốn bỏ họa tiết thì bấm "Không dùng họa tiết — chỉ trang trí của mẫu".</a:t>
            </a:r>
          </a:p>
        </p:txBody>
      </p:sp>
      <p:sp>
        <p:nvSpPr>
          <p:cNvPr id="21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1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8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887875" y="-1286668"/>
            <a:ext cx="2293645" cy="2287802"/>
          </a:xfrm>
          <a:custGeom>
            <a:avLst/>
            <a:gdLst/>
            <a:ahLst/>
            <a:cxnLst/>
            <a:rect l="0" t="0" r="r" b="b"/>
            <a:pathLst>
              <a:path w="2293645" h="2287802">
                <a:moveTo>
                  <a:pt x="2293645" y="1195228"/>
                </a:moveTo>
                <a:lnTo>
                  <a:pt x="2228946" y="1448123"/>
                </a:lnTo>
                <a:lnTo>
                  <a:pt x="2109131" y="1671116"/>
                </a:lnTo>
                <a:lnTo>
                  <a:pt x="1953711" y="1859340"/>
                </a:lnTo>
                <a:lnTo>
                  <a:pt x="1775677" y="2016242"/>
                </a:lnTo>
                <a:lnTo>
                  <a:pt x="1578181" y="2144700"/>
                </a:lnTo>
                <a:lnTo>
                  <a:pt x="1359319" y="2239635"/>
                </a:lnTo>
                <a:lnTo>
                  <a:pt x="1120940" y="2287802"/>
                </a:lnTo>
                <a:lnTo>
                  <a:pt x="874489" y="2274999"/>
                </a:lnTo>
                <a:lnTo>
                  <a:pt x="639285" y="2195396"/>
                </a:lnTo>
                <a:lnTo>
                  <a:pt x="434467" y="2056038"/>
                </a:lnTo>
                <a:lnTo>
                  <a:pt x="270727" y="1873250"/>
                </a:lnTo>
                <a:lnTo>
                  <a:pt x="148091" y="1663728"/>
                </a:lnTo>
                <a:lnTo>
                  <a:pt x="61434" y="1437053"/>
                </a:lnTo>
                <a:lnTo>
                  <a:pt x="9446" y="1195228"/>
                </a:lnTo>
                <a:lnTo>
                  <a:pt x="0" y="939381"/>
                </a:lnTo>
                <a:lnTo>
                  <a:pt x="47458" y="678266"/>
                </a:lnTo>
                <a:lnTo>
                  <a:pt x="163435" y="431643"/>
                </a:lnTo>
                <a:lnTo>
                  <a:pt x="347480" y="225340"/>
                </a:lnTo>
                <a:lnTo>
                  <a:pt x="584357" y="81003"/>
                </a:lnTo>
                <a:lnTo>
                  <a:pt x="849854" y="7524"/>
                </a:lnTo>
                <a:lnTo>
                  <a:pt x="1120940" y="0"/>
                </a:lnTo>
                <a:lnTo>
                  <a:pt x="1383113" y="46575"/>
                </a:lnTo>
                <a:lnTo>
                  <a:pt x="1630152" y="137839"/>
                </a:lnTo>
                <a:lnTo>
                  <a:pt x="1857366" y="271779"/>
                </a:lnTo>
                <a:lnTo>
                  <a:pt x="2054359" y="450852"/>
                </a:lnTo>
                <a:lnTo>
                  <a:pt x="2203624" y="673835"/>
                </a:lnTo>
                <a:lnTo>
                  <a:pt x="2286693" y="929152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893886" y="5765283"/>
            <a:ext cx="2065479" cy="2016432"/>
          </a:xfrm>
          <a:custGeom>
            <a:avLst/>
            <a:gdLst/>
            <a:ahLst/>
            <a:cxnLst/>
            <a:rect l="0" t="0" r="r" b="b"/>
            <a:pathLst>
              <a:path w="2065479" h="2016432">
                <a:moveTo>
                  <a:pt x="2065479" y="1138437"/>
                </a:moveTo>
                <a:lnTo>
                  <a:pt x="1998702" y="1369734"/>
                </a:lnTo>
                <a:lnTo>
                  <a:pt x="1865672" y="1562389"/>
                </a:lnTo>
                <a:lnTo>
                  <a:pt x="1697003" y="1705980"/>
                </a:lnTo>
                <a:lnTo>
                  <a:pt x="1520300" y="1809273"/>
                </a:lnTo>
                <a:lnTo>
                  <a:pt x="1347070" y="1889606"/>
                </a:lnTo>
                <a:lnTo>
                  <a:pt x="1172192" y="1957150"/>
                </a:lnTo>
                <a:lnTo>
                  <a:pt x="985326" y="2005688"/>
                </a:lnTo>
                <a:lnTo>
                  <a:pt x="784930" y="2016432"/>
                </a:lnTo>
                <a:lnTo>
                  <a:pt x="584097" y="1971598"/>
                </a:lnTo>
                <a:lnTo>
                  <a:pt x="404123" y="1867243"/>
                </a:lnTo>
                <a:lnTo>
                  <a:pt x="261318" y="1715815"/>
                </a:lnTo>
                <a:lnTo>
                  <a:pt x="157817" y="1536945"/>
                </a:lnTo>
                <a:lnTo>
                  <a:pt x="83891" y="1344184"/>
                </a:lnTo>
                <a:lnTo>
                  <a:pt x="30146" y="1138437"/>
                </a:lnTo>
                <a:lnTo>
                  <a:pt x="0" y="913543"/>
                </a:lnTo>
                <a:lnTo>
                  <a:pt x="12142" y="669777"/>
                </a:lnTo>
                <a:lnTo>
                  <a:pt x="90031" y="424463"/>
                </a:lnTo>
                <a:lnTo>
                  <a:pt x="245346" y="210532"/>
                </a:lnTo>
                <a:lnTo>
                  <a:pt x="467254" y="62650"/>
                </a:lnTo>
                <a:lnTo>
                  <a:pt x="725485" y="0"/>
                </a:lnTo>
                <a:lnTo>
                  <a:pt x="985326" y="17661"/>
                </a:lnTo>
                <a:lnTo>
                  <a:pt x="1224021" y="92649"/>
                </a:lnTo>
                <a:lnTo>
                  <a:pt x="1437155" y="200205"/>
                </a:lnTo>
                <a:lnTo>
                  <a:pt x="1631130" y="328625"/>
                </a:lnTo>
                <a:lnTo>
                  <a:pt x="1808166" y="482245"/>
                </a:lnTo>
                <a:lnTo>
                  <a:pt x="1955784" y="671090"/>
                </a:lnTo>
                <a:lnTo>
                  <a:pt x="2049227" y="895609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2065437" y="6364327"/>
            <a:ext cx="250420" cy="250420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7135069" y="382058"/>
            <a:ext cx="216294" cy="216294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4349583" y="6566859"/>
            <a:ext cx="171632" cy="171632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4 Ảnh trang trí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card0"/>
          <p:cNvSpPr/>
          <p:nvPr/>
        </p:nvSpPr>
        <p:spPr>
          <a:xfrm>
            <a:off x="731520" y="1649984"/>
            <a:ext cx="3286658" cy="1601216"/>
          </a:xfrm>
          <a:prstGeom prst="roundRect">
            <a:avLst>
              <a:gd name="adj" fmla="val 27411"/>
            </a:avLst>
          </a:prstGeom>
          <a:solidFill>
            <a:srgbClr val="EDD5DC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8" name="Shape 18"/>
          <p:cNvSpPr txBox="1"/>
          <p:nvPr/>
        </p:nvSpPr>
        <p:spPr>
          <a:xfrm>
            <a:off x="969264" y="1887728"/>
            <a:ext cx="28111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30"/>
              </a:lnSpc>
              <a:buNone/>
            </a:pPr>
            <a:r>
              <a:rPr lang="vi-VN" sz="1600" b="1" i="0" dirty="0">
                <a:solidFill>
                  <a:srgbClr val="3D405B"/>
                </a:solidFill>
                <a:latin typeface="Candara"/>
                <a:cs typeface="Candara"/>
              </a:rPr>
              <a:t>Không dùng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69264" y="2220976"/>
            <a:ext cx="2811170" cy="883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vi-VN" sz="1300" b="0" i="0" dirty="0">
                <a:solidFill>
                  <a:srgbClr val="55597A"/>
                </a:solidFill>
                <a:latin typeface="Candara"/>
                <a:cs typeface="Candara"/>
              </a:rPr>
              <a:t>như bình thường.</a:t>
            </a:r>
          </a:p>
        </p:txBody>
      </p:sp>
      <p:sp>
        <p:nvSpPr>
          <p:cNvPr id="20" name="card1"/>
          <p:cNvSpPr/>
          <p:nvPr/>
        </p:nvSpPr>
        <p:spPr>
          <a:xfrm>
            <a:off x="4292498" y="1649984"/>
            <a:ext cx="3286658" cy="1601216"/>
          </a:xfrm>
          <a:prstGeom prst="roundRect">
            <a:avLst>
              <a:gd name="adj" fmla="val 27411"/>
            </a:avLst>
          </a:prstGeom>
          <a:solidFill>
            <a:srgbClr val="DBE8EB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1" name="Shape 21"/>
          <p:cNvSpPr txBox="1"/>
          <p:nvPr/>
        </p:nvSpPr>
        <p:spPr>
          <a:xfrm>
            <a:off x="4530242" y="1887728"/>
            <a:ext cx="28111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30"/>
              </a:lnSpc>
              <a:buNone/>
            </a:pPr>
            <a:r>
              <a:rPr lang="vi-VN" sz="1600" b="1" i="0" dirty="0">
                <a:solidFill>
                  <a:srgbClr val="3D405B"/>
                </a:solidFill>
                <a:latin typeface="Candara"/>
                <a:cs typeface="Candara"/>
              </a:rPr>
              <a:t>Ảnh chụp theo chủ đề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530242" y="2220976"/>
            <a:ext cx="2811170" cy="883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vi-VN" sz="1300" b="0" i="0" dirty="0">
                <a:solidFill>
                  <a:srgbClr val="55597A"/>
                </a:solidFill>
                <a:latin typeface="Candara"/>
                <a:cs typeface="Candara"/>
              </a:rPr>
              <a:t>ảnh thật, ví dụ Văn Miếu, vịnh Hạ Long, dải Ngân Hà. Trang có ảnh in một dòng nhỏ ghi tác giả và giấy phép ở góc phải dưới; đừng xóa dòng này.</a:t>
            </a:r>
          </a:p>
        </p:txBody>
      </p:sp>
      <p:sp>
        <p:nvSpPr>
          <p:cNvPr id="23" name="card2"/>
          <p:cNvSpPr/>
          <p:nvPr/>
        </p:nvSpPr>
        <p:spPr>
          <a:xfrm>
            <a:off x="7853477" y="1649984"/>
            <a:ext cx="3286658" cy="1601216"/>
          </a:xfrm>
          <a:prstGeom prst="roundRect">
            <a:avLst>
              <a:gd name="adj" fmla="val 27411"/>
            </a:avLst>
          </a:prstGeom>
          <a:solidFill>
            <a:srgbClr val="F2EEE9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4" name="Shape 24"/>
          <p:cNvSpPr txBox="1"/>
          <p:nvPr/>
        </p:nvSpPr>
        <p:spPr>
          <a:xfrm>
            <a:off x="8091221" y="1887728"/>
            <a:ext cx="28111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30"/>
              </a:lnSpc>
              <a:buNone/>
            </a:pPr>
            <a:r>
              <a:rPr lang="vi-VN" sz="1600" b="1" i="0" dirty="0">
                <a:solidFill>
                  <a:srgbClr val="3D405B"/>
                </a:solidFill>
                <a:latin typeface="Candara"/>
                <a:cs typeface="Candara"/>
              </a:rPr>
              <a:t>Tranh vẽ theo màu mẫu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091221" y="2220976"/>
            <a:ext cx="2811170" cy="883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vi-VN" sz="1300" b="0" i="0" dirty="0">
                <a:solidFill>
                  <a:srgbClr val="55597A"/>
                </a:solidFill>
                <a:latin typeface="Candara"/>
                <a:cs typeface="Candara"/>
              </a:rPr>
              <a:t>tranh vẽ phẳng, tự đổi màu cho hợp mẫu đang chọn.</a:t>
            </a:r>
          </a:p>
        </p:txBody>
      </p:sp>
      <p:sp>
        <p:nvSpPr>
          <p:cNvPr id="26" name="card3"/>
          <p:cNvSpPr/>
          <p:nvPr/>
        </p:nvSpPr>
        <p:spPr>
          <a:xfrm>
            <a:off x="2512009" y="3525520"/>
            <a:ext cx="3286658" cy="1601216"/>
          </a:xfrm>
          <a:prstGeom prst="roundRect">
            <a:avLst>
              <a:gd name="adj" fmla="val 27411"/>
            </a:avLst>
          </a:prstGeom>
          <a:solidFill>
            <a:srgbClr val="EDD5DC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27" name="Shape 27"/>
          <p:cNvSpPr txBox="1"/>
          <p:nvPr/>
        </p:nvSpPr>
        <p:spPr>
          <a:xfrm>
            <a:off x="2749753" y="3763264"/>
            <a:ext cx="28111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30"/>
              </a:lnSpc>
              <a:buNone/>
            </a:pPr>
            <a:r>
              <a:rPr lang="vi-VN" sz="1600" b="1" i="0" dirty="0">
                <a:solidFill>
                  <a:srgbClr val="3D405B"/>
                </a:solidFill>
                <a:latin typeface="Candara"/>
                <a:cs typeface="Candara"/>
              </a:rPr>
              <a:t>Chủ đề ảnh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2749753" y="4096512"/>
            <a:ext cx="2811170" cy="883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vi-VN" sz="1300" b="0" i="0" dirty="0">
                <a:solidFill>
                  <a:srgbClr val="55597A"/>
                </a:solidFill>
                <a:latin typeface="Candara"/>
                <a:cs typeface="Candara"/>
              </a:rPr>
              <a:t>để "tự đoán theo nội dung" thì công cụ đọc tên bài và nội dung để chọn gói</a:t>
            </a:r>
          </a:p>
        </p:txBody>
      </p:sp>
      <p:sp>
        <p:nvSpPr>
          <p:cNvPr id="29" name="card4"/>
          <p:cNvSpPr/>
          <p:nvPr/>
        </p:nvSpPr>
        <p:spPr>
          <a:xfrm>
            <a:off x="6072988" y="3525520"/>
            <a:ext cx="3286658" cy="1601216"/>
          </a:xfrm>
          <a:prstGeom prst="roundRect">
            <a:avLst>
              <a:gd name="adj" fmla="val 27411"/>
            </a:avLst>
          </a:prstGeom>
          <a:solidFill>
            <a:srgbClr val="DBE8EB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0" name="Shape 30"/>
          <p:cNvSpPr txBox="1"/>
          <p:nvPr/>
        </p:nvSpPr>
        <p:spPr>
          <a:xfrm>
            <a:off x="6310732" y="3763264"/>
            <a:ext cx="28111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30"/>
              </a:lnSpc>
              <a:buNone/>
            </a:pPr>
            <a:r>
              <a:rPr lang="vi-VN" sz="1600" b="1" i="0" dirty="0">
                <a:solidFill>
                  <a:srgbClr val="3D405B"/>
                </a:solidFill>
                <a:latin typeface="Candara"/>
                <a:cs typeface="Candara"/>
              </a:rPr>
              <a:t>File PowerPoint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6310732" y="4096512"/>
            <a:ext cx="2811170" cy="883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vi-VN" sz="1300" b="0" i="0" dirty="0">
                <a:solidFill>
                  <a:srgbClr val="55597A"/>
                </a:solidFill>
                <a:latin typeface="Candara"/>
                <a:cs typeface="Candara"/>
              </a:rPr>
              <a:t>ảnh trang trí dùng được cả khi đang tích "Giữ nguyên bố cục"; ảnh nằm dưới cùng, không che nội dung của bạn.</a:t>
            </a:r>
          </a:p>
        </p:txBody>
      </p:sp>
      <p:sp>
        <p:nvSpPr>
          <p:cNvPr id="32" name="Shape 32"/>
          <p:cNvSpPr/>
          <p:nvPr/>
        </p:nvSpPr>
        <p:spPr>
          <a:xfrm>
            <a:off x="731520" y="5424424"/>
            <a:ext cx="10408615" cy="963168"/>
          </a:xfrm>
          <a:prstGeom prst="roundRect">
            <a:avLst>
              <a:gd name="adj" fmla="val 25000"/>
            </a:avLst>
          </a:prstGeom>
          <a:solidFill>
            <a:srgbClr val="EFDFE6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3" name="Shape 33"/>
          <p:cNvSpPr/>
          <p:nvPr/>
        </p:nvSpPr>
        <p:spPr>
          <a:xfrm>
            <a:off x="731520" y="5424424"/>
            <a:ext cx="73152" cy="96316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4" name="Shape 34"/>
          <p:cNvSpPr txBox="1"/>
          <p:nvPr/>
        </p:nvSpPr>
        <p:spPr>
          <a:xfrm>
            <a:off x="1051560" y="5424424"/>
            <a:ext cx="9859975" cy="963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640"/>
              </a:lnSpc>
              <a:buNone/>
            </a:pPr>
            <a:r>
              <a:rPr lang="vi-VN" sz="2200" b="0" i="0" dirty="0">
                <a:solidFill>
                  <a:srgbClr val="3D405B"/>
                </a:solidFill>
                <a:latin typeface="Candara"/>
                <a:cs typeface="Candara"/>
              </a:rPr>
              <a:t>Liên kết "Xem kho ảnh và nguồn ảnh ↗": đóng hộp thoại và đưa bạn tới mục Kho ảnh.</a:t>
            </a:r>
          </a:p>
        </p:txBody>
      </p:sp>
      <p:sp>
        <p:nvSpPr>
          <p:cNvPr id="35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4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1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8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35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02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781472" y="-1313458"/>
            <a:ext cx="2303535" cy="2305162"/>
          </a:xfrm>
          <a:custGeom>
            <a:avLst/>
            <a:gdLst/>
            <a:ahLst/>
            <a:cxnLst/>
            <a:rect l="0" t="0" r="r" b="b"/>
            <a:pathLst>
              <a:path w="2303535" h="2305162">
                <a:moveTo>
                  <a:pt x="2303535" y="1222018"/>
                </a:moveTo>
                <a:lnTo>
                  <a:pt x="2293244" y="1465302"/>
                </a:lnTo>
                <a:lnTo>
                  <a:pt x="2245019" y="1712104"/>
                </a:lnTo>
                <a:lnTo>
                  <a:pt x="2137485" y="1947831"/>
                </a:lnTo>
                <a:lnTo>
                  <a:pt x="1961183" y="2142223"/>
                </a:lnTo>
                <a:lnTo>
                  <a:pt x="1729713" y="2265198"/>
                </a:lnTo>
                <a:lnTo>
                  <a:pt x="1474564" y="2305162"/>
                </a:lnTo>
                <a:lnTo>
                  <a:pt x="1227344" y="2275914"/>
                </a:lnTo>
                <a:lnTo>
                  <a:pt x="1002637" y="2206520"/>
                </a:lnTo>
                <a:lnTo>
                  <a:pt x="794336" y="2121166"/>
                </a:lnTo>
                <a:lnTo>
                  <a:pt x="588132" y="2023563"/>
                </a:lnTo>
                <a:lnTo>
                  <a:pt x="380664" y="1897222"/>
                </a:lnTo>
                <a:lnTo>
                  <a:pt x="190627" y="1721274"/>
                </a:lnTo>
                <a:lnTo>
                  <a:pt x="52993" y="1490055"/>
                </a:lnTo>
                <a:lnTo>
                  <a:pt x="0" y="1222018"/>
                </a:lnTo>
                <a:lnTo>
                  <a:pt x="42394" y="951561"/>
                </a:lnTo>
                <a:lnTo>
                  <a:pt x="164292" y="710079"/>
                </a:lnTo>
                <a:lnTo>
                  <a:pt x="334980" y="510382"/>
                </a:lnTo>
                <a:lnTo>
                  <a:pt x="528599" y="345820"/>
                </a:lnTo>
                <a:lnTo>
                  <a:pt x="737174" y="204171"/>
                </a:lnTo>
                <a:lnTo>
                  <a:pt x="967853" y="85116"/>
                </a:lnTo>
                <a:lnTo>
                  <a:pt x="1227344" y="7449"/>
                </a:lnTo>
                <a:lnTo>
                  <a:pt x="1506261" y="0"/>
                </a:lnTo>
                <a:lnTo>
                  <a:pt x="1776027" y="82664"/>
                </a:lnTo>
                <a:lnTo>
                  <a:pt x="2001279" y="251534"/>
                </a:lnTo>
                <a:lnTo>
                  <a:pt x="2158794" y="479210"/>
                </a:lnTo>
                <a:lnTo>
                  <a:pt x="2248829" y="730096"/>
                </a:lnTo>
                <a:lnTo>
                  <a:pt x="2290317" y="979401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909717" y="5861096"/>
            <a:ext cx="2096303" cy="1964942"/>
          </a:xfrm>
          <a:custGeom>
            <a:avLst/>
            <a:gdLst/>
            <a:ahLst/>
            <a:cxnLst/>
            <a:rect l="0" t="0" r="r" b="b"/>
            <a:pathLst>
              <a:path w="2096303" h="1964942">
                <a:moveTo>
                  <a:pt x="2092787" y="1042624"/>
                </a:moveTo>
                <a:lnTo>
                  <a:pt x="2007458" y="1272306"/>
                </a:lnTo>
                <a:lnTo>
                  <a:pt x="1863413" y="1457865"/>
                </a:lnTo>
                <a:lnTo>
                  <a:pt x="1693004" y="1594354"/>
                </a:lnTo>
                <a:lnTo>
                  <a:pt x="1521645" y="1695296"/>
                </a:lnTo>
                <a:lnTo>
                  <a:pt x="1356630" y="1780773"/>
                </a:lnTo>
                <a:lnTo>
                  <a:pt x="1188102" y="1861686"/>
                </a:lnTo>
                <a:lnTo>
                  <a:pt x="1001157" y="1930573"/>
                </a:lnTo>
                <a:lnTo>
                  <a:pt x="790644" y="1964942"/>
                </a:lnTo>
                <a:lnTo>
                  <a:pt x="568710" y="1940609"/>
                </a:lnTo>
                <a:lnTo>
                  <a:pt x="360495" y="1845989"/>
                </a:lnTo>
                <a:lnTo>
                  <a:pt x="191655" y="1688180"/>
                </a:lnTo>
                <a:lnTo>
                  <a:pt x="76673" y="1487832"/>
                </a:lnTo>
                <a:lnTo>
                  <a:pt x="15557" y="1267581"/>
                </a:lnTo>
                <a:lnTo>
                  <a:pt x="0" y="1042624"/>
                </a:lnTo>
                <a:lnTo>
                  <a:pt x="23233" y="819419"/>
                </a:lnTo>
                <a:lnTo>
                  <a:pt x="85756" y="601791"/>
                </a:lnTo>
                <a:lnTo>
                  <a:pt x="193062" y="398190"/>
                </a:lnTo>
                <a:lnTo>
                  <a:pt x="347987" y="223575"/>
                </a:lnTo>
                <a:lnTo>
                  <a:pt x="544439" y="94239"/>
                </a:lnTo>
                <a:lnTo>
                  <a:pt x="767737" y="19946"/>
                </a:lnTo>
                <a:lnTo>
                  <a:pt x="1001157" y="0"/>
                </a:lnTo>
                <a:lnTo>
                  <a:pt x="1233039" y="26681"/>
                </a:lnTo>
                <a:lnTo>
                  <a:pt x="1458306" y="93343"/>
                </a:lnTo>
                <a:lnTo>
                  <a:pt x="1672855" y="200342"/>
                </a:lnTo>
                <a:lnTo>
                  <a:pt x="1865524" y="353315"/>
                </a:lnTo>
                <a:lnTo>
                  <a:pt x="2015062" y="554353"/>
                </a:lnTo>
                <a:lnTo>
                  <a:pt x="2096303" y="792664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4245600" y="6392599"/>
            <a:ext cx="182915" cy="182915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7176666" y="406227"/>
            <a:ext cx="144224" cy="144224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4563235" y="6489745"/>
            <a:ext cx="240269" cy="240269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5 Animation (tạo chuyển động)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Shape 17"/>
          <p:cNvSpPr txBox="1"/>
          <p:nvPr/>
        </p:nvSpPr>
        <p:spPr>
          <a:xfrm>
            <a:off x="731520" y="1778508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Hiệu ứng khi sang trang mới :hình trang trí trôi mượt (Morph)”, cần PowerPoint 2019+.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31520" y="2894838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Không sử dụng: Hiện cả trang, không hiệu ứng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31520" y="3614928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2 chức năng: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31520" y="4335018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Tự chạy khi vào trang (mặc định): Các ý lần lượt hiện ra ngay khi chuyển sang trang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31520" y="5451348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658368" indent="-658368">
              <a:lnSpc>
                <a:spcPts val="3000"/>
              </a:lnSpc>
              <a:buClr>
                <a:srgbClr val="D9534F"/>
              </a:buClr>
              <a:buFont typeface="Segoe UI"/>
              <a:buChar char="–"/>
            </a:pPr>
            <a:r>
              <a:rPr lang="vi-VN" sz="2500" b="0" i="0" dirty="0">
                <a:solidFill>
                  <a:srgbClr val="55597A"/>
                </a:solidFill>
                <a:latin typeface="Candara"/>
                <a:cs typeface="Candara"/>
              </a:rPr>
              <a:t>Tự chạy theo nhấp chuột</a:t>
            </a:r>
          </a:p>
        </p:txBody>
      </p:sp>
      <p:sp>
        <p:nvSpPr>
          <p:cNvPr id="22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1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8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3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1"/>
          <p:cNvSpPr/>
          <p:nvPr/>
        </p:nvSpPr>
        <p:spPr>
          <a:xfrm>
            <a:off x="10895298" y="-1214565"/>
            <a:ext cx="2348823" cy="2396015"/>
          </a:xfrm>
          <a:custGeom>
            <a:avLst/>
            <a:gdLst/>
            <a:ahLst/>
            <a:cxnLst/>
            <a:rect l="0" t="0" r="r" b="b"/>
            <a:pathLst>
              <a:path w="2348823" h="2396015">
                <a:moveTo>
                  <a:pt x="2347633" y="1123125"/>
                </a:moveTo>
                <a:lnTo>
                  <a:pt x="2348823" y="1405075"/>
                </a:lnTo>
                <a:lnTo>
                  <a:pt x="2239409" y="1665326"/>
                </a:lnTo>
                <a:lnTo>
                  <a:pt x="2050529" y="1870367"/>
                </a:lnTo>
                <a:lnTo>
                  <a:pt x="1827635" y="2018600"/>
                </a:lnTo>
                <a:lnTo>
                  <a:pt x="1600638" y="2134641"/>
                </a:lnTo>
                <a:lnTo>
                  <a:pt x="1369127" y="2243022"/>
                </a:lnTo>
                <a:lnTo>
                  <a:pt x="1113517" y="2341644"/>
                </a:lnTo>
                <a:lnTo>
                  <a:pt x="822988" y="2396015"/>
                </a:lnTo>
                <a:lnTo>
                  <a:pt x="517906" y="2359925"/>
                </a:lnTo>
                <a:lnTo>
                  <a:pt x="248223" y="2208169"/>
                </a:lnTo>
                <a:lnTo>
                  <a:pt x="67380" y="1957391"/>
                </a:lnTo>
                <a:lnTo>
                  <a:pt x="0" y="1659366"/>
                </a:lnTo>
                <a:lnTo>
                  <a:pt x="27031" y="1371108"/>
                </a:lnTo>
                <a:lnTo>
                  <a:pt x="99688" y="1123125"/>
                </a:lnTo>
                <a:lnTo>
                  <a:pt x="172655" y="908379"/>
                </a:lnTo>
                <a:lnTo>
                  <a:pt x="232961" y="699071"/>
                </a:lnTo>
                <a:lnTo>
                  <a:pt x="304282" y="477781"/>
                </a:lnTo>
                <a:lnTo>
                  <a:pt x="424489" y="259111"/>
                </a:lnTo>
                <a:lnTo>
                  <a:pt x="613793" y="85437"/>
                </a:lnTo>
                <a:lnTo>
                  <a:pt x="857171" y="0"/>
                </a:lnTo>
                <a:lnTo>
                  <a:pt x="1113517" y="17589"/>
                </a:lnTo>
                <a:lnTo>
                  <a:pt x="1343658" y="114813"/>
                </a:lnTo>
                <a:lnTo>
                  <a:pt x="1535368" y="247144"/>
                </a:lnTo>
                <a:lnTo>
                  <a:pt x="1706232" y="379883"/>
                </a:lnTo>
                <a:lnTo>
                  <a:pt x="1882425" y="509941"/>
                </a:lnTo>
                <a:lnTo>
                  <a:pt x="2070027" y="662494"/>
                </a:lnTo>
                <a:lnTo>
                  <a:pt x="2241379" y="865698"/>
                </a:lnTo>
                <a:close/>
              </a:path>
            </a:pathLst>
          </a:custGeom>
          <a:solidFill>
            <a:srgbClr val="F2CC8F">
              <a:alpha val="6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3" name="!!blob2"/>
          <p:cNvSpPr/>
          <p:nvPr/>
        </p:nvSpPr>
        <p:spPr>
          <a:xfrm>
            <a:off x="-801032" y="5796929"/>
            <a:ext cx="2040182" cy="2223466"/>
          </a:xfrm>
          <a:custGeom>
            <a:avLst/>
            <a:gdLst/>
            <a:ahLst/>
            <a:cxnLst/>
            <a:rect l="0" t="0" r="r" b="b"/>
            <a:pathLst>
              <a:path w="2040182" h="2223466">
                <a:moveTo>
                  <a:pt x="1931586" y="1106791"/>
                </a:moveTo>
                <a:lnTo>
                  <a:pt x="2040182" y="1368749"/>
                </a:lnTo>
                <a:lnTo>
                  <a:pt x="2020224" y="1649888"/>
                </a:lnTo>
                <a:lnTo>
                  <a:pt x="1875730" y="1890913"/>
                </a:lnTo>
                <a:lnTo>
                  <a:pt x="1650513" y="2057344"/>
                </a:lnTo>
                <a:lnTo>
                  <a:pt x="1396028" y="2152436"/>
                </a:lnTo>
                <a:lnTo>
                  <a:pt x="1142355" y="2201600"/>
                </a:lnTo>
                <a:lnTo>
                  <a:pt x="892472" y="2223466"/>
                </a:lnTo>
                <a:lnTo>
                  <a:pt x="640294" y="2211655"/>
                </a:lnTo>
                <a:lnTo>
                  <a:pt x="394248" y="2141364"/>
                </a:lnTo>
                <a:lnTo>
                  <a:pt x="184768" y="1994224"/>
                </a:lnTo>
                <a:lnTo>
                  <a:pt x="48226" y="1780055"/>
                </a:lnTo>
                <a:lnTo>
                  <a:pt x="0" y="1536583"/>
                </a:lnTo>
                <a:lnTo>
                  <a:pt x="19436" y="1306056"/>
                </a:lnTo>
                <a:lnTo>
                  <a:pt x="61176" y="1106791"/>
                </a:lnTo>
                <a:lnTo>
                  <a:pt x="86759" y="922893"/>
                </a:lnTo>
                <a:lnTo>
                  <a:pt x="93505" y="722029"/>
                </a:lnTo>
                <a:lnTo>
                  <a:pt x="118003" y="489173"/>
                </a:lnTo>
                <a:lnTo>
                  <a:pt x="209573" y="250463"/>
                </a:lnTo>
                <a:lnTo>
                  <a:pt x="391736" y="67002"/>
                </a:lnTo>
                <a:lnTo>
                  <a:pt x="639854" y="0"/>
                </a:lnTo>
                <a:lnTo>
                  <a:pt x="892472" y="70516"/>
                </a:lnTo>
                <a:lnTo>
                  <a:pt x="1089720" y="242593"/>
                </a:lnTo>
                <a:lnTo>
                  <a:pt x="1212060" y="443161"/>
                </a:lnTo>
                <a:lnTo>
                  <a:pt x="1291552" y="606361"/>
                </a:lnTo>
                <a:lnTo>
                  <a:pt x="1386935" y="712470"/>
                </a:lnTo>
                <a:lnTo>
                  <a:pt x="1539488" y="795205"/>
                </a:lnTo>
                <a:lnTo>
                  <a:pt x="1740321" y="913275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4" name="!!dot0"/>
          <p:cNvSpPr/>
          <p:nvPr/>
        </p:nvSpPr>
        <p:spPr>
          <a:xfrm>
            <a:off x="4767360" y="6545116"/>
            <a:ext cx="228691" cy="228691"/>
          </a:xfrm>
          <a:prstGeom prst="ellipse">
            <a:avLst/>
          </a:prstGeom>
          <a:solidFill>
            <a:srgbClr val="D9534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5" name="!!dot1"/>
          <p:cNvSpPr/>
          <p:nvPr/>
        </p:nvSpPr>
        <p:spPr>
          <a:xfrm>
            <a:off x="7758781" y="387988"/>
            <a:ext cx="213802" cy="213802"/>
          </a:xfrm>
          <a:prstGeom prst="ellipse">
            <a:avLst/>
          </a:prstGeom>
          <a:solidFill>
            <a:srgbClr val="81B29A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6" name="!!dot2"/>
          <p:cNvSpPr/>
          <p:nvPr/>
        </p:nvSpPr>
        <p:spPr>
          <a:xfrm>
            <a:off x="4511287" y="6459975"/>
            <a:ext cx="173618" cy="173618"/>
          </a:xfrm>
          <a:prstGeom prst="ellipse">
            <a:avLst/>
          </a:prstGeom>
          <a:solidFill>
            <a:srgbClr val="F2CC8F">
              <a:alpha val="8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7" name="!!lt0-than"/>
          <p:cNvSpPr/>
          <p:nvPr/>
        </p:nvSpPr>
        <p:spPr>
          <a:xfrm>
            <a:off x="11612813" y="-156702"/>
            <a:ext cx="304538" cy="7107396"/>
          </a:xfrm>
          <a:custGeom>
            <a:avLst/>
            <a:gdLst/>
            <a:ahLst/>
            <a:cxnLst/>
            <a:rect l="0" t="0" r="r" b="b"/>
            <a:pathLst>
              <a:path w="304538" h="7107396">
                <a:moveTo>
                  <a:pt x="288909" y="6583680"/>
                </a:moveTo>
                <a:lnTo>
                  <a:pt x="304538" y="7104654"/>
                </a:lnTo>
                <a:lnTo>
                  <a:pt x="213140" y="7107396"/>
                </a:lnTo>
                <a:lnTo>
                  <a:pt x="197510" y="6586422"/>
                </a:lnTo>
                <a:close/>
              </a:path>
              <a:path w="304538" h="7107396">
                <a:moveTo>
                  <a:pt x="272450" y="6035040"/>
                </a:moveTo>
                <a:lnTo>
                  <a:pt x="288079" y="6556014"/>
                </a:lnTo>
                <a:lnTo>
                  <a:pt x="196680" y="6558756"/>
                </a:lnTo>
                <a:lnTo>
                  <a:pt x="181051" y="6037782"/>
                </a:lnTo>
                <a:close/>
              </a:path>
              <a:path w="304538" h="7107396">
                <a:moveTo>
                  <a:pt x="255991" y="5486400"/>
                </a:moveTo>
                <a:lnTo>
                  <a:pt x="271620" y="6007374"/>
                </a:lnTo>
                <a:lnTo>
                  <a:pt x="180221" y="6010116"/>
                </a:lnTo>
                <a:lnTo>
                  <a:pt x="164592" y="5489142"/>
                </a:lnTo>
                <a:close/>
              </a:path>
              <a:path w="304538" h="7107396">
                <a:moveTo>
                  <a:pt x="239532" y="4937760"/>
                </a:moveTo>
                <a:lnTo>
                  <a:pt x="255161" y="5458734"/>
                </a:lnTo>
                <a:lnTo>
                  <a:pt x="163762" y="5461476"/>
                </a:lnTo>
                <a:lnTo>
                  <a:pt x="148133" y="4940502"/>
                </a:lnTo>
                <a:close/>
              </a:path>
              <a:path w="304538" h="7107396">
                <a:moveTo>
                  <a:pt x="223072" y="4389120"/>
                </a:moveTo>
                <a:lnTo>
                  <a:pt x="238702" y="4910094"/>
                </a:lnTo>
                <a:lnTo>
                  <a:pt x="147303" y="4912836"/>
                </a:lnTo>
                <a:lnTo>
                  <a:pt x="131674" y="4391862"/>
                </a:lnTo>
                <a:close/>
              </a:path>
              <a:path w="304538" h="7107396">
                <a:moveTo>
                  <a:pt x="206613" y="3840480"/>
                </a:moveTo>
                <a:lnTo>
                  <a:pt x="222242" y="4361454"/>
                </a:lnTo>
                <a:lnTo>
                  <a:pt x="130844" y="4364196"/>
                </a:lnTo>
                <a:lnTo>
                  <a:pt x="115214" y="3843222"/>
                </a:lnTo>
                <a:close/>
              </a:path>
              <a:path w="304538" h="7107396">
                <a:moveTo>
                  <a:pt x="190154" y="3291840"/>
                </a:moveTo>
                <a:lnTo>
                  <a:pt x="205783" y="3812814"/>
                </a:lnTo>
                <a:lnTo>
                  <a:pt x="114384" y="3815556"/>
                </a:lnTo>
                <a:lnTo>
                  <a:pt x="98755" y="3294582"/>
                </a:lnTo>
                <a:close/>
              </a:path>
              <a:path w="304538" h="7107396">
                <a:moveTo>
                  <a:pt x="173695" y="2743200"/>
                </a:moveTo>
                <a:lnTo>
                  <a:pt x="189324" y="3264174"/>
                </a:lnTo>
                <a:lnTo>
                  <a:pt x="97925" y="3266916"/>
                </a:lnTo>
                <a:lnTo>
                  <a:pt x="82296" y="2745942"/>
                </a:lnTo>
                <a:close/>
              </a:path>
              <a:path w="304538" h="7107396">
                <a:moveTo>
                  <a:pt x="157236" y="2194560"/>
                </a:moveTo>
                <a:lnTo>
                  <a:pt x="172865" y="2715534"/>
                </a:lnTo>
                <a:lnTo>
                  <a:pt x="81466" y="2718276"/>
                </a:lnTo>
                <a:lnTo>
                  <a:pt x="65837" y="2197302"/>
                </a:lnTo>
                <a:close/>
              </a:path>
              <a:path w="304538" h="7107396">
                <a:moveTo>
                  <a:pt x="140776" y="1645920"/>
                </a:moveTo>
                <a:lnTo>
                  <a:pt x="156406" y="2166894"/>
                </a:lnTo>
                <a:lnTo>
                  <a:pt x="65007" y="2169636"/>
                </a:lnTo>
                <a:lnTo>
                  <a:pt x="49378" y="1648662"/>
                </a:lnTo>
                <a:close/>
              </a:path>
              <a:path w="304538" h="7107396">
                <a:moveTo>
                  <a:pt x="124317" y="1097280"/>
                </a:moveTo>
                <a:lnTo>
                  <a:pt x="139946" y="1618254"/>
                </a:lnTo>
                <a:lnTo>
                  <a:pt x="48548" y="1620996"/>
                </a:lnTo>
                <a:lnTo>
                  <a:pt x="32918" y="1100022"/>
                </a:lnTo>
                <a:close/>
              </a:path>
              <a:path w="304538" h="7107396">
                <a:moveTo>
                  <a:pt x="107858" y="548640"/>
                </a:moveTo>
                <a:lnTo>
                  <a:pt x="123487" y="1069614"/>
                </a:lnTo>
                <a:lnTo>
                  <a:pt x="32088" y="1072356"/>
                </a:lnTo>
                <a:lnTo>
                  <a:pt x="16459" y="551382"/>
                </a:lnTo>
                <a:close/>
              </a:path>
              <a:path w="304538" h="7107396">
                <a:moveTo>
                  <a:pt x="91399" y="0"/>
                </a:moveTo>
                <a:lnTo>
                  <a:pt x="107028" y="520974"/>
                </a:lnTo>
                <a:lnTo>
                  <a:pt x="15629" y="523716"/>
                </a:lnTo>
                <a:lnTo>
                  <a:pt x="0" y="2742"/>
                </a:lnTo>
                <a:close/>
              </a:path>
            </a:pathLst>
          </a:custGeom>
          <a:solidFill>
            <a:srgbClr val="81B29A">
              <a:alpha val="50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8" name="!!lt0-dot"/>
          <p:cNvSpPr/>
          <p:nvPr/>
        </p:nvSpPr>
        <p:spPr>
          <a:xfrm>
            <a:off x="11609634" y="-169164"/>
            <a:ext cx="310896" cy="6583680"/>
          </a:xfrm>
          <a:custGeom>
            <a:avLst/>
            <a:gdLst/>
            <a:ahLst/>
            <a:cxnLst/>
            <a:rect l="0" t="0" r="r" b="b"/>
            <a:pathLst>
              <a:path w="310896" h="6583680">
                <a:moveTo>
                  <a:pt x="197510" y="6583680"/>
                </a:moveTo>
                <a:lnTo>
                  <a:pt x="310896" y="6583680"/>
                </a:lnTo>
              </a:path>
              <a:path w="310896" h="6583680">
                <a:moveTo>
                  <a:pt x="181051" y="6035040"/>
                </a:moveTo>
                <a:lnTo>
                  <a:pt x="294437" y="6035040"/>
                </a:lnTo>
              </a:path>
              <a:path w="310896" h="6583680">
                <a:moveTo>
                  <a:pt x="164592" y="5486400"/>
                </a:moveTo>
                <a:lnTo>
                  <a:pt x="277978" y="5486400"/>
                </a:lnTo>
              </a:path>
              <a:path w="310896" h="6583680">
                <a:moveTo>
                  <a:pt x="148133" y="4937760"/>
                </a:moveTo>
                <a:lnTo>
                  <a:pt x="261518" y="4937760"/>
                </a:lnTo>
              </a:path>
              <a:path w="310896" h="6583680">
                <a:moveTo>
                  <a:pt x="131674" y="4389120"/>
                </a:moveTo>
                <a:lnTo>
                  <a:pt x="245059" y="4389120"/>
                </a:lnTo>
              </a:path>
              <a:path w="310896" h="6583680">
                <a:moveTo>
                  <a:pt x="115214" y="3840480"/>
                </a:moveTo>
                <a:lnTo>
                  <a:pt x="228600" y="3840480"/>
                </a:lnTo>
              </a:path>
              <a:path w="310896" h="6583680">
                <a:moveTo>
                  <a:pt x="98755" y="3291840"/>
                </a:moveTo>
                <a:lnTo>
                  <a:pt x="212141" y="3291840"/>
                </a:lnTo>
              </a:path>
              <a:path w="310896" h="6583680">
                <a:moveTo>
                  <a:pt x="82296" y="2743200"/>
                </a:moveTo>
                <a:lnTo>
                  <a:pt x="195682" y="2743200"/>
                </a:lnTo>
              </a:path>
              <a:path w="310896" h="6583680">
                <a:moveTo>
                  <a:pt x="65837" y="2194560"/>
                </a:moveTo>
                <a:lnTo>
                  <a:pt x="179222" y="2194560"/>
                </a:lnTo>
              </a:path>
              <a:path w="310896" h="6583680">
                <a:moveTo>
                  <a:pt x="49378" y="1645920"/>
                </a:moveTo>
                <a:lnTo>
                  <a:pt x="162763" y="1645920"/>
                </a:lnTo>
              </a:path>
              <a:path w="310896" h="6583680">
                <a:moveTo>
                  <a:pt x="32918" y="1097280"/>
                </a:moveTo>
                <a:lnTo>
                  <a:pt x="146304" y="1097280"/>
                </a:lnTo>
              </a:path>
              <a:path w="310896" h="6583680">
                <a:moveTo>
                  <a:pt x="16459" y="548640"/>
                </a:moveTo>
                <a:lnTo>
                  <a:pt x="129845" y="548640"/>
                </a:lnTo>
              </a:path>
              <a:path w="310896" h="6583680">
                <a:moveTo>
                  <a:pt x="0" y="0"/>
                </a:moveTo>
                <a:lnTo>
                  <a:pt x="113386" y="0"/>
                </a:lnTo>
              </a:path>
            </a:pathLst>
          </a:custGeom>
          <a:noFill/>
          <a:ln w="25400">
            <a:solidFill>
              <a:srgbClr val="81B29A">
                <a:alpha val="70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9" name="!!lt0-la"/>
          <p:cNvSpPr/>
          <p:nvPr/>
        </p:nvSpPr>
        <p:spPr>
          <a:xfrm>
            <a:off x="11022643" y="-288687"/>
            <a:ext cx="1413912" cy="5816296"/>
          </a:xfrm>
          <a:custGeom>
            <a:avLst/>
            <a:gdLst/>
            <a:ahLst/>
            <a:cxnLst/>
            <a:rect l="0" t="0" r="r" b="b"/>
            <a:pathLst>
              <a:path w="1413912" h="5816296">
                <a:moveTo>
                  <a:pt x="808276" y="5619639"/>
                </a:moveTo>
                <a:lnTo>
                  <a:pt x="771491" y="5615100"/>
                </a:lnTo>
                <a:lnTo>
                  <a:pt x="736513" y="5614950"/>
                </a:lnTo>
                <a:lnTo>
                  <a:pt x="702486" y="5617110"/>
                </a:lnTo>
                <a:lnTo>
                  <a:pt x="669333" y="5621396"/>
                </a:lnTo>
                <a:lnTo>
                  <a:pt x="637047" y="5627789"/>
                </a:lnTo>
                <a:lnTo>
                  <a:pt x="605629" y="5636289"/>
                </a:lnTo>
                <a:lnTo>
                  <a:pt x="575068" y="5646872"/>
                </a:lnTo>
                <a:lnTo>
                  <a:pt x="545337" y="5659473"/>
                </a:lnTo>
                <a:lnTo>
                  <a:pt x="516394" y="5673987"/>
                </a:lnTo>
                <a:lnTo>
                  <a:pt x="488178" y="5690268"/>
                </a:lnTo>
                <a:lnTo>
                  <a:pt x="460616" y="5708137"/>
                </a:lnTo>
                <a:lnTo>
                  <a:pt x="433624" y="5727391"/>
                </a:lnTo>
                <a:lnTo>
                  <a:pt x="407116" y="5747824"/>
                </a:lnTo>
                <a:lnTo>
                  <a:pt x="381020" y="5769256"/>
                </a:lnTo>
                <a:lnTo>
                  <a:pt x="355317" y="5791643"/>
                </a:lnTo>
                <a:lnTo>
                  <a:pt x="330531" y="5816258"/>
                </a:lnTo>
                <a:lnTo>
                  <a:pt x="365463" y="5816296"/>
                </a:lnTo>
                <a:lnTo>
                  <a:pt x="399479" y="5814106"/>
                </a:lnTo>
                <a:lnTo>
                  <a:pt x="433101" y="5810960"/>
                </a:lnTo>
                <a:lnTo>
                  <a:pt x="466311" y="5806815"/>
                </a:lnTo>
                <a:lnTo>
                  <a:pt x="499037" y="5801493"/>
                </a:lnTo>
                <a:lnTo>
                  <a:pt x="531193" y="5794784"/>
                </a:lnTo>
                <a:lnTo>
                  <a:pt x="562695" y="5786488"/>
                </a:lnTo>
                <a:lnTo>
                  <a:pt x="593470" y="5776425"/>
                </a:lnTo>
                <a:lnTo>
                  <a:pt x="623457" y="5764448"/>
                </a:lnTo>
                <a:lnTo>
                  <a:pt x="652614" y="5750453"/>
                </a:lnTo>
                <a:lnTo>
                  <a:pt x="680914" y="5734376"/>
                </a:lnTo>
                <a:lnTo>
                  <a:pt x="708347" y="5716192"/>
                </a:lnTo>
                <a:lnTo>
                  <a:pt x="734912" y="5695900"/>
                </a:lnTo>
                <a:lnTo>
                  <a:pt x="760603" y="5673483"/>
                </a:lnTo>
                <a:lnTo>
                  <a:pt x="785343" y="5648756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69045" y="5603571"/>
                </a:lnTo>
                <a:lnTo>
                  <a:pt x="730488" y="5592891"/>
                </a:lnTo>
                <a:lnTo>
                  <a:pt x="692286" y="5585046"/>
                </a:lnTo>
                <a:lnTo>
                  <a:pt x="654410" y="5579810"/>
                </a:lnTo>
                <a:lnTo>
                  <a:pt x="616858" y="5577160"/>
                </a:lnTo>
                <a:lnTo>
                  <a:pt x="579630" y="5577096"/>
                </a:lnTo>
                <a:lnTo>
                  <a:pt x="542721" y="5579588"/>
                </a:lnTo>
                <a:lnTo>
                  <a:pt x="506123" y="5584557"/>
                </a:lnTo>
                <a:lnTo>
                  <a:pt x="469818" y="5591874"/>
                </a:lnTo>
                <a:lnTo>
                  <a:pt x="433784" y="5601360"/>
                </a:lnTo>
                <a:lnTo>
                  <a:pt x="397995" y="5612794"/>
                </a:lnTo>
                <a:lnTo>
                  <a:pt x="362418" y="5625930"/>
                </a:lnTo>
                <a:lnTo>
                  <a:pt x="327022" y="5640510"/>
                </a:lnTo>
                <a:lnTo>
                  <a:pt x="291780" y="5656318"/>
                </a:lnTo>
                <a:lnTo>
                  <a:pt x="256684" y="5673298"/>
                </a:lnTo>
                <a:lnTo>
                  <a:pt x="221931" y="5693012"/>
                </a:lnTo>
                <a:lnTo>
                  <a:pt x="260470" y="5703555"/>
                </a:lnTo>
                <a:lnTo>
                  <a:pt x="298668" y="5711363"/>
                </a:lnTo>
                <a:lnTo>
                  <a:pt x="336719" y="5717999"/>
                </a:lnTo>
                <a:lnTo>
                  <a:pt x="374616" y="5723408"/>
                </a:lnTo>
                <a:lnTo>
                  <a:pt x="412333" y="5727372"/>
                </a:lnTo>
                <a:lnTo>
                  <a:pt x="449836" y="5729635"/>
                </a:lnTo>
                <a:lnTo>
                  <a:pt x="487096" y="5729949"/>
                </a:lnTo>
                <a:lnTo>
                  <a:pt x="524084" y="5728094"/>
                </a:lnTo>
                <a:lnTo>
                  <a:pt x="560779" y="5723892"/>
                </a:lnTo>
                <a:lnTo>
                  <a:pt x="597163" y="5717212"/>
                </a:lnTo>
                <a:lnTo>
                  <a:pt x="633228" y="5707977"/>
                </a:lnTo>
                <a:lnTo>
                  <a:pt x="668969" y="5696155"/>
                </a:lnTo>
                <a:lnTo>
                  <a:pt x="704387" y="5681747"/>
                </a:lnTo>
                <a:lnTo>
                  <a:pt x="739478" y="5664730"/>
                </a:lnTo>
                <a:lnTo>
                  <a:pt x="774214" y="5644879"/>
                </a:lnTo>
                <a:close/>
              </a:path>
              <a:path w="1413912" h="5816296">
                <a:moveTo>
                  <a:pt x="808276" y="5619639"/>
                </a:moveTo>
                <a:lnTo>
                  <a:pt x="778187" y="5596099"/>
                </a:lnTo>
                <a:lnTo>
                  <a:pt x="747363" y="5577396"/>
                </a:lnTo>
                <a:lnTo>
                  <a:pt x="716152" y="5561239"/>
                </a:lnTo>
                <a:lnTo>
                  <a:pt x="684587" y="5547424"/>
                </a:lnTo>
                <a:lnTo>
                  <a:pt x="652668" y="5535932"/>
                </a:lnTo>
                <a:lnTo>
                  <a:pt x="620397" y="5526761"/>
                </a:lnTo>
                <a:lnTo>
                  <a:pt x="587778" y="5519885"/>
                </a:lnTo>
                <a:lnTo>
                  <a:pt x="554821" y="5515234"/>
                </a:lnTo>
                <a:lnTo>
                  <a:pt x="521543" y="5512691"/>
                </a:lnTo>
                <a:lnTo>
                  <a:pt x="487971" y="5512095"/>
                </a:lnTo>
                <a:lnTo>
                  <a:pt x="454132" y="5513249"/>
                </a:lnTo>
                <a:lnTo>
                  <a:pt x="420062" y="5515930"/>
                </a:lnTo>
                <a:lnTo>
                  <a:pt x="385795" y="5519909"/>
                </a:lnTo>
                <a:lnTo>
                  <a:pt x="351360" y="5524989"/>
                </a:lnTo>
                <a:lnTo>
                  <a:pt x="316766" y="5531123"/>
                </a:lnTo>
                <a:lnTo>
                  <a:pt x="281799" y="5539711"/>
                </a:lnTo>
                <a:lnTo>
                  <a:pt x="312641" y="5558290"/>
                </a:lnTo>
                <a:lnTo>
                  <a:pt x="343857" y="5574414"/>
                </a:lnTo>
                <a:lnTo>
                  <a:pt x="375232" y="5589486"/>
                </a:lnTo>
                <a:lnTo>
                  <a:pt x="406774" y="5603456"/>
                </a:lnTo>
                <a:lnTo>
                  <a:pt x="438513" y="5616128"/>
                </a:lnTo>
                <a:lnTo>
                  <a:pt x="470485" y="5627273"/>
                </a:lnTo>
                <a:lnTo>
                  <a:pt x="502722" y="5636668"/>
                </a:lnTo>
                <a:lnTo>
                  <a:pt x="535254" y="5644116"/>
                </a:lnTo>
                <a:lnTo>
                  <a:pt x="568107" y="5649456"/>
                </a:lnTo>
                <a:lnTo>
                  <a:pt x="601297" y="5652571"/>
                </a:lnTo>
                <a:lnTo>
                  <a:pt x="634836" y="5653391"/>
                </a:lnTo>
                <a:lnTo>
                  <a:pt x="668727" y="5651890"/>
                </a:lnTo>
                <a:lnTo>
                  <a:pt x="702971" y="5648066"/>
                </a:lnTo>
                <a:lnTo>
                  <a:pt x="737570" y="5641900"/>
                </a:lnTo>
                <a:lnTo>
                  <a:pt x="772556" y="5633188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881" y="5066763"/>
                </a:lnTo>
                <a:lnTo>
                  <a:pt x="719796" y="5066914"/>
                </a:lnTo>
                <a:lnTo>
                  <a:pt x="685684" y="5069374"/>
                </a:lnTo>
                <a:lnTo>
                  <a:pt x="652468" y="5073958"/>
                </a:lnTo>
                <a:lnTo>
                  <a:pt x="620140" y="5080649"/>
                </a:lnTo>
                <a:lnTo>
                  <a:pt x="588699" y="5089446"/>
                </a:lnTo>
                <a:lnTo>
                  <a:pt x="558137" y="5100324"/>
                </a:lnTo>
                <a:lnTo>
                  <a:pt x="528425" y="5113219"/>
                </a:lnTo>
                <a:lnTo>
                  <a:pt x="499519" y="5128026"/>
                </a:lnTo>
                <a:lnTo>
                  <a:pt x="471358" y="5144600"/>
                </a:lnTo>
                <a:lnTo>
                  <a:pt x="443866" y="5162761"/>
                </a:lnTo>
                <a:lnTo>
                  <a:pt x="416958" y="5182306"/>
                </a:lnTo>
                <a:lnTo>
                  <a:pt x="390546" y="5203029"/>
                </a:lnTo>
                <a:lnTo>
                  <a:pt x="364555" y="5224750"/>
                </a:lnTo>
                <a:lnTo>
                  <a:pt x="338968" y="5247427"/>
                </a:lnTo>
                <a:lnTo>
                  <a:pt x="314319" y="5272330"/>
                </a:lnTo>
                <a:lnTo>
                  <a:pt x="349357" y="5272067"/>
                </a:lnTo>
                <a:lnTo>
                  <a:pt x="383456" y="5269578"/>
                </a:lnTo>
                <a:lnTo>
                  <a:pt x="417153" y="5266133"/>
                </a:lnTo>
                <a:lnTo>
                  <a:pt x="450429" y="5261689"/>
                </a:lnTo>
                <a:lnTo>
                  <a:pt x="483208" y="5256068"/>
                </a:lnTo>
                <a:lnTo>
                  <a:pt x="515403" y="5249062"/>
                </a:lnTo>
                <a:lnTo>
                  <a:pt x="546929" y="5240470"/>
                </a:lnTo>
                <a:lnTo>
                  <a:pt x="577711" y="5230111"/>
                </a:lnTo>
                <a:lnTo>
                  <a:pt x="607686" y="5217840"/>
                </a:lnTo>
                <a:lnTo>
                  <a:pt x="636811" y="5203551"/>
                </a:lnTo>
                <a:lnTo>
                  <a:pt x="665058" y="5187181"/>
                </a:lnTo>
                <a:lnTo>
                  <a:pt x="692417" y="5168706"/>
                </a:lnTo>
                <a:lnTo>
                  <a:pt x="718888" y="5148124"/>
                </a:lnTo>
                <a:lnTo>
                  <a:pt x="744463" y="5125417"/>
                </a:lnTo>
                <a:lnTo>
                  <a:pt x="769065" y="5100402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3555" y="5052878"/>
                </a:lnTo>
                <a:lnTo>
                  <a:pt x="715678" y="5040166"/>
                </a:lnTo>
                <a:lnTo>
                  <a:pt x="678003" y="5030300"/>
                </a:lnTo>
                <a:lnTo>
                  <a:pt x="640514" y="5023052"/>
                </a:lnTo>
                <a:lnTo>
                  <a:pt x="603209" y="5018402"/>
                </a:lnTo>
                <a:lnTo>
                  <a:pt x="566089" y="5016347"/>
                </a:lnTo>
                <a:lnTo>
                  <a:pt x="529151" y="5016858"/>
                </a:lnTo>
                <a:lnTo>
                  <a:pt x="492389" y="5019856"/>
                </a:lnTo>
                <a:lnTo>
                  <a:pt x="455795" y="5025210"/>
                </a:lnTo>
                <a:lnTo>
                  <a:pt x="419355" y="5032742"/>
                </a:lnTo>
                <a:lnTo>
                  <a:pt x="383055" y="5042231"/>
                </a:lnTo>
                <a:lnTo>
                  <a:pt x="346876" y="5053426"/>
                </a:lnTo>
                <a:lnTo>
                  <a:pt x="310800" y="5066073"/>
                </a:lnTo>
                <a:lnTo>
                  <a:pt x="274811" y="5079951"/>
                </a:lnTo>
                <a:lnTo>
                  <a:pt x="238906" y="5095006"/>
                </a:lnTo>
                <a:lnTo>
                  <a:pt x="203196" y="5112807"/>
                </a:lnTo>
                <a:lnTo>
                  <a:pt x="241063" y="5125381"/>
                </a:lnTo>
                <a:lnTo>
                  <a:pt x="278736" y="5135210"/>
                </a:lnTo>
                <a:lnTo>
                  <a:pt x="316325" y="5143863"/>
                </a:lnTo>
                <a:lnTo>
                  <a:pt x="353826" y="5151283"/>
                </a:lnTo>
                <a:lnTo>
                  <a:pt x="391225" y="5157253"/>
                </a:lnTo>
                <a:lnTo>
                  <a:pt x="428502" y="5161515"/>
                </a:lnTo>
                <a:lnTo>
                  <a:pt x="465640" y="5163821"/>
                </a:lnTo>
                <a:lnTo>
                  <a:pt x="502624" y="5163950"/>
                </a:lnTo>
                <a:lnTo>
                  <a:pt x="539440" y="5161722"/>
                </a:lnTo>
                <a:lnTo>
                  <a:pt x="576079" y="5157007"/>
                </a:lnTo>
                <a:lnTo>
                  <a:pt x="612536" y="5149726"/>
                </a:lnTo>
                <a:lnTo>
                  <a:pt x="648809" y="5139850"/>
                </a:lnTo>
                <a:lnTo>
                  <a:pt x="684898" y="5127376"/>
                </a:lnTo>
                <a:lnTo>
                  <a:pt x="720800" y="5112284"/>
                </a:lnTo>
                <a:lnTo>
                  <a:pt x="756501" y="5094346"/>
                </a:lnTo>
                <a:close/>
              </a:path>
              <a:path w="1413912" h="5816296">
                <a:moveTo>
                  <a:pt x="791817" y="5070999"/>
                </a:moveTo>
                <a:lnTo>
                  <a:pt x="754619" y="5041261"/>
                </a:lnTo>
                <a:lnTo>
                  <a:pt x="716443" y="5017543"/>
                </a:lnTo>
                <a:lnTo>
                  <a:pt x="677751" y="4996993"/>
                </a:lnTo>
                <a:lnTo>
                  <a:pt x="638586" y="4979358"/>
                </a:lnTo>
                <a:lnTo>
                  <a:pt x="598950" y="4964614"/>
                </a:lnTo>
                <a:lnTo>
                  <a:pt x="558845" y="4952759"/>
                </a:lnTo>
                <a:lnTo>
                  <a:pt x="518275" y="4943760"/>
                </a:lnTo>
                <a:lnTo>
                  <a:pt x="477255" y="4937529"/>
                </a:lnTo>
                <a:lnTo>
                  <a:pt x="435808" y="4933922"/>
                </a:lnTo>
                <a:lnTo>
                  <a:pt x="393967" y="4932738"/>
                </a:lnTo>
                <a:lnTo>
                  <a:pt x="351772" y="4933732"/>
                </a:lnTo>
                <a:lnTo>
                  <a:pt x="309268" y="4936626"/>
                </a:lnTo>
                <a:lnTo>
                  <a:pt x="266502" y="4941136"/>
                </a:lnTo>
                <a:lnTo>
                  <a:pt x="223512" y="4947017"/>
                </a:lnTo>
                <a:lnTo>
                  <a:pt x="180310" y="4954207"/>
                </a:lnTo>
                <a:lnTo>
                  <a:pt x="136610" y="4964453"/>
                </a:lnTo>
                <a:lnTo>
                  <a:pt x="174812" y="4988018"/>
                </a:lnTo>
                <a:lnTo>
                  <a:pt x="213510" y="5008527"/>
                </a:lnTo>
                <a:lnTo>
                  <a:pt x="252421" y="5027725"/>
                </a:lnTo>
                <a:lnTo>
                  <a:pt x="291555" y="5045553"/>
                </a:lnTo>
                <a:lnTo>
                  <a:pt x="330952" y="5061766"/>
                </a:lnTo>
                <a:lnTo>
                  <a:pt x="370658" y="5076078"/>
                </a:lnTo>
                <a:lnTo>
                  <a:pt x="410718" y="5088213"/>
                </a:lnTo>
                <a:lnTo>
                  <a:pt x="451172" y="5097924"/>
                </a:lnTo>
                <a:lnTo>
                  <a:pt x="492053" y="5105011"/>
                </a:lnTo>
                <a:lnTo>
                  <a:pt x="533384" y="5109330"/>
                </a:lnTo>
                <a:lnTo>
                  <a:pt x="575179" y="5110794"/>
                </a:lnTo>
                <a:lnTo>
                  <a:pt x="617445" y="5109367"/>
                </a:lnTo>
                <a:lnTo>
                  <a:pt x="660180" y="5105051"/>
                </a:lnTo>
                <a:lnTo>
                  <a:pt x="703389" y="5097819"/>
                </a:lnTo>
                <a:lnTo>
                  <a:pt x="747113" y="5087419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85900" y="4007168"/>
                </a:lnTo>
                <a:lnTo>
                  <a:pt x="814936" y="4035501"/>
                </a:lnTo>
                <a:lnTo>
                  <a:pt x="845043" y="4061142"/>
                </a:lnTo>
                <a:lnTo>
                  <a:pt x="876134" y="4084306"/>
                </a:lnTo>
                <a:lnTo>
                  <a:pt x="908202" y="4105013"/>
                </a:lnTo>
                <a:lnTo>
                  <a:pt x="941246" y="4123265"/>
                </a:lnTo>
                <a:lnTo>
                  <a:pt x="975255" y="4139089"/>
                </a:lnTo>
                <a:lnTo>
                  <a:pt x="1010200" y="4152562"/>
                </a:lnTo>
                <a:lnTo>
                  <a:pt x="1046031" y="4163805"/>
                </a:lnTo>
                <a:lnTo>
                  <a:pt x="1082681" y="4172988"/>
                </a:lnTo>
                <a:lnTo>
                  <a:pt x="1120066" y="4180320"/>
                </a:lnTo>
                <a:lnTo>
                  <a:pt x="1158094" y="4186038"/>
                </a:lnTo>
                <a:lnTo>
                  <a:pt x="1196668" y="4190383"/>
                </a:lnTo>
                <a:lnTo>
                  <a:pt x="1235704" y="4193563"/>
                </a:lnTo>
                <a:lnTo>
                  <a:pt x="1275184" y="4195630"/>
                </a:lnTo>
                <a:lnTo>
                  <a:pt x="1315695" y="4195100"/>
                </a:lnTo>
                <a:lnTo>
                  <a:pt x="1286608" y="4166898"/>
                </a:lnTo>
                <a:lnTo>
                  <a:pt x="1256487" y="4141292"/>
                </a:lnTo>
                <a:lnTo>
                  <a:pt x="1225924" y="4116799"/>
                </a:lnTo>
                <a:lnTo>
                  <a:pt x="1194898" y="4093472"/>
                </a:lnTo>
                <a:lnTo>
                  <a:pt x="1163326" y="4071517"/>
                </a:lnTo>
                <a:lnTo>
                  <a:pt x="1131112" y="4051177"/>
                </a:lnTo>
                <a:lnTo>
                  <a:pt x="1098163" y="4032688"/>
                </a:lnTo>
                <a:lnTo>
                  <a:pt x="1064394" y="4016258"/>
                </a:lnTo>
                <a:lnTo>
                  <a:pt x="1029739" y="4002057"/>
                </a:lnTo>
                <a:lnTo>
                  <a:pt x="994148" y="3990210"/>
                </a:lnTo>
                <a:lnTo>
                  <a:pt x="957593" y="3980789"/>
                </a:lnTo>
                <a:lnTo>
                  <a:pt x="920061" y="3973823"/>
                </a:lnTo>
                <a:lnTo>
                  <a:pt x="881553" y="3969314"/>
                </a:lnTo>
                <a:lnTo>
                  <a:pt x="842060" y="3967282"/>
                </a:lnTo>
                <a:lnTo>
                  <a:pt x="801496" y="3967943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791332" y="4002202"/>
                </a:lnTo>
                <a:lnTo>
                  <a:pt x="824905" y="4025275"/>
                </a:lnTo>
                <a:lnTo>
                  <a:pt x="859076" y="4045501"/>
                </a:lnTo>
                <a:lnTo>
                  <a:pt x="893798" y="4063108"/>
                </a:lnTo>
                <a:lnTo>
                  <a:pt x="929068" y="4078117"/>
                </a:lnTo>
                <a:lnTo>
                  <a:pt x="964883" y="4090530"/>
                </a:lnTo>
                <a:lnTo>
                  <a:pt x="1001239" y="4100376"/>
                </a:lnTo>
                <a:lnTo>
                  <a:pt x="1038118" y="4107735"/>
                </a:lnTo>
                <a:lnTo>
                  <a:pt x="1075493" y="4112736"/>
                </a:lnTo>
                <a:lnTo>
                  <a:pt x="1113327" y="4115560"/>
                </a:lnTo>
                <a:lnTo>
                  <a:pt x="1151572" y="4116427"/>
                </a:lnTo>
                <a:lnTo>
                  <a:pt x="1190177" y="4115586"/>
                </a:lnTo>
                <a:lnTo>
                  <a:pt x="1229087" y="4113293"/>
                </a:lnTo>
                <a:lnTo>
                  <a:pt x="1268256" y="4109769"/>
                </a:lnTo>
                <a:lnTo>
                  <a:pt x="1307673" y="4105067"/>
                </a:lnTo>
                <a:lnTo>
                  <a:pt x="1347668" y="4097620"/>
                </a:lnTo>
                <a:lnTo>
                  <a:pt x="1314067" y="4074685"/>
                </a:lnTo>
                <a:lnTo>
                  <a:pt x="1279888" y="4054496"/>
                </a:lnTo>
                <a:lnTo>
                  <a:pt x="1245461" y="4035484"/>
                </a:lnTo>
                <a:lnTo>
                  <a:pt x="1210775" y="4017704"/>
                </a:lnTo>
                <a:lnTo>
                  <a:pt x="1175783" y="4001375"/>
                </a:lnTo>
                <a:lnTo>
                  <a:pt x="1140433" y="3986754"/>
                </a:lnTo>
                <a:lnTo>
                  <a:pt x="1104670" y="3974090"/>
                </a:lnTo>
                <a:lnTo>
                  <a:pt x="1068449" y="3963604"/>
                </a:lnTo>
                <a:lnTo>
                  <a:pt x="1031732" y="3955475"/>
                </a:lnTo>
                <a:lnTo>
                  <a:pt x="994491" y="3949834"/>
                </a:lnTo>
                <a:lnTo>
                  <a:pt x="956711" y="3946759"/>
                </a:lnTo>
                <a:lnTo>
                  <a:pt x="918383" y="3946281"/>
                </a:lnTo>
                <a:lnTo>
                  <a:pt x="879510" y="3948400"/>
                </a:lnTo>
                <a:lnTo>
                  <a:pt x="840085" y="3953139"/>
                </a:lnTo>
                <a:lnTo>
                  <a:pt x="800061" y="3960724"/>
                </a:lnTo>
                <a:close/>
              </a:path>
              <a:path w="1413912" h="5816296">
                <a:moveTo>
                  <a:pt x="758898" y="3973719"/>
                </a:moveTo>
                <a:lnTo>
                  <a:pt x="803534" y="3990231"/>
                </a:lnTo>
                <a:lnTo>
                  <a:pt x="847205" y="4000725"/>
                </a:lnTo>
                <a:lnTo>
                  <a:pt x="890369" y="4008052"/>
                </a:lnTo>
                <a:lnTo>
                  <a:pt x="933066" y="4012464"/>
                </a:lnTo>
                <a:lnTo>
                  <a:pt x="975299" y="4013987"/>
                </a:lnTo>
                <a:lnTo>
                  <a:pt x="1017070" y="4012621"/>
                </a:lnTo>
                <a:lnTo>
                  <a:pt x="1058383" y="4008400"/>
                </a:lnTo>
                <a:lnTo>
                  <a:pt x="1099253" y="4001411"/>
                </a:lnTo>
                <a:lnTo>
                  <a:pt x="1139702" y="3991800"/>
                </a:lnTo>
                <a:lnTo>
                  <a:pt x="1179764" y="3979766"/>
                </a:lnTo>
                <a:lnTo>
                  <a:pt x="1219476" y="3965555"/>
                </a:lnTo>
                <a:lnTo>
                  <a:pt x="1258884" y="3949444"/>
                </a:lnTo>
                <a:lnTo>
                  <a:pt x="1298033" y="3931719"/>
                </a:lnTo>
                <a:lnTo>
                  <a:pt x="1336963" y="3912623"/>
                </a:lnTo>
                <a:lnTo>
                  <a:pt x="1375682" y="3892217"/>
                </a:lnTo>
                <a:lnTo>
                  <a:pt x="1413912" y="3868756"/>
                </a:lnTo>
                <a:lnTo>
                  <a:pt x="1370266" y="3858416"/>
                </a:lnTo>
                <a:lnTo>
                  <a:pt x="1327109" y="3851131"/>
                </a:lnTo>
                <a:lnTo>
                  <a:pt x="1284162" y="3845155"/>
                </a:lnTo>
                <a:lnTo>
                  <a:pt x="1241434" y="3840550"/>
                </a:lnTo>
                <a:lnTo>
                  <a:pt x="1198965" y="3837559"/>
                </a:lnTo>
                <a:lnTo>
                  <a:pt x="1156801" y="3836468"/>
                </a:lnTo>
                <a:lnTo>
                  <a:pt x="1114985" y="3837555"/>
                </a:lnTo>
                <a:lnTo>
                  <a:pt x="1073558" y="3841064"/>
                </a:lnTo>
                <a:lnTo>
                  <a:pt x="1032551" y="3847196"/>
                </a:lnTo>
                <a:lnTo>
                  <a:pt x="991987" y="3856095"/>
                </a:lnTo>
                <a:lnTo>
                  <a:pt x="951881" y="3867850"/>
                </a:lnTo>
                <a:lnTo>
                  <a:pt x="912238" y="3882493"/>
                </a:lnTo>
                <a:lnTo>
                  <a:pt x="873058" y="3900026"/>
                </a:lnTo>
                <a:lnTo>
                  <a:pt x="834345" y="3920473"/>
                </a:lnTo>
                <a:lnTo>
                  <a:pt x="796140" y="3944087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30980" y="2359288"/>
                </a:lnTo>
                <a:lnTo>
                  <a:pt x="754603" y="2386402"/>
                </a:lnTo>
                <a:lnTo>
                  <a:pt x="779365" y="2411215"/>
                </a:lnTo>
                <a:lnTo>
                  <a:pt x="805175" y="2433909"/>
                </a:lnTo>
                <a:lnTo>
                  <a:pt x="832024" y="2454503"/>
                </a:lnTo>
                <a:lnTo>
                  <a:pt x="859911" y="2472997"/>
                </a:lnTo>
                <a:lnTo>
                  <a:pt x="888825" y="2489417"/>
                </a:lnTo>
                <a:lnTo>
                  <a:pt x="918734" y="2503825"/>
                </a:lnTo>
                <a:lnTo>
                  <a:pt x="949586" y="2516326"/>
                </a:lnTo>
                <a:lnTo>
                  <a:pt x="981309" y="2527067"/>
                </a:lnTo>
                <a:lnTo>
                  <a:pt x="1013814" y="2536225"/>
                </a:lnTo>
                <a:lnTo>
                  <a:pt x="1047003" y="2544003"/>
                </a:lnTo>
                <a:lnTo>
                  <a:pt x="1080773" y="2550607"/>
                </a:lnTo>
                <a:lnTo>
                  <a:pt x="1115035" y="2556215"/>
                </a:lnTo>
                <a:lnTo>
                  <a:pt x="1149768" y="2560871"/>
                </a:lnTo>
                <a:lnTo>
                  <a:pt x="1185599" y="2563306"/>
                </a:lnTo>
                <a:lnTo>
                  <a:pt x="1161921" y="2536304"/>
                </a:lnTo>
                <a:lnTo>
                  <a:pt x="1137144" y="2511521"/>
                </a:lnTo>
                <a:lnTo>
                  <a:pt x="1111896" y="2487691"/>
                </a:lnTo>
                <a:lnTo>
                  <a:pt x="1086156" y="2464856"/>
                </a:lnTo>
                <a:lnTo>
                  <a:pt x="1059835" y="2443195"/>
                </a:lnTo>
                <a:lnTo>
                  <a:pt x="1032831" y="2422915"/>
                </a:lnTo>
                <a:lnTo>
                  <a:pt x="1005044" y="2404217"/>
                </a:lnTo>
                <a:lnTo>
                  <a:pt x="976386" y="2387281"/>
                </a:lnTo>
                <a:lnTo>
                  <a:pt x="946785" y="2372250"/>
                </a:lnTo>
                <a:lnTo>
                  <a:pt x="916189" y="2359231"/>
                </a:lnTo>
                <a:lnTo>
                  <a:pt x="884567" y="2348287"/>
                </a:lnTo>
                <a:lnTo>
                  <a:pt x="851906" y="2339443"/>
                </a:lnTo>
                <a:lnTo>
                  <a:pt x="818206" y="2332699"/>
                </a:lnTo>
                <a:lnTo>
                  <a:pt x="783458" y="2328073"/>
                </a:lnTo>
                <a:lnTo>
                  <a:pt x="747571" y="232574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703" y="2357925"/>
                </a:lnTo>
                <a:lnTo>
                  <a:pt x="779097" y="2382342"/>
                </a:lnTo>
                <a:lnTo>
                  <a:pt x="815128" y="2403756"/>
                </a:lnTo>
                <a:lnTo>
                  <a:pt x="851747" y="2422406"/>
                </a:lnTo>
                <a:lnTo>
                  <a:pt x="888947" y="2438315"/>
                </a:lnTo>
                <a:lnTo>
                  <a:pt x="926729" y="2451484"/>
                </a:lnTo>
                <a:lnTo>
                  <a:pt x="965085" y="2461945"/>
                </a:lnTo>
                <a:lnTo>
                  <a:pt x="1003999" y="2469782"/>
                </a:lnTo>
                <a:lnTo>
                  <a:pt x="1043441" y="2475131"/>
                </a:lnTo>
                <a:lnTo>
                  <a:pt x="1083371" y="2478183"/>
                </a:lnTo>
                <a:lnTo>
                  <a:pt x="1123739" y="2479169"/>
                </a:lnTo>
                <a:lnTo>
                  <a:pt x="1164490" y="2478354"/>
                </a:lnTo>
                <a:lnTo>
                  <a:pt x="1205565" y="2476007"/>
                </a:lnTo>
                <a:lnTo>
                  <a:pt x="1246917" y="2472360"/>
                </a:lnTo>
                <a:lnTo>
                  <a:pt x="1288533" y="2467471"/>
                </a:lnTo>
                <a:lnTo>
                  <a:pt x="1330763" y="2459685"/>
                </a:lnTo>
                <a:lnTo>
                  <a:pt x="1295338" y="2435413"/>
                </a:lnTo>
                <a:lnTo>
                  <a:pt x="1259298" y="2414038"/>
                </a:lnTo>
                <a:lnTo>
                  <a:pt x="1222995" y="2393906"/>
                </a:lnTo>
                <a:lnTo>
                  <a:pt x="1186415" y="2375073"/>
                </a:lnTo>
                <a:lnTo>
                  <a:pt x="1149511" y="2357772"/>
                </a:lnTo>
                <a:lnTo>
                  <a:pt x="1112224" y="2342273"/>
                </a:lnTo>
                <a:lnTo>
                  <a:pt x="1074498" y="2328838"/>
                </a:lnTo>
                <a:lnTo>
                  <a:pt x="1036285" y="2317702"/>
                </a:lnTo>
                <a:lnTo>
                  <a:pt x="997543" y="2309053"/>
                </a:lnTo>
                <a:lnTo>
                  <a:pt x="958245" y="2303029"/>
                </a:lnTo>
                <a:lnTo>
                  <a:pt x="918371" y="2299712"/>
                </a:lnTo>
                <a:lnTo>
                  <a:pt x="877916" y="2299136"/>
                </a:lnTo>
                <a:lnTo>
                  <a:pt x="836879" y="2301300"/>
                </a:lnTo>
                <a:lnTo>
                  <a:pt x="795255" y="2306228"/>
                </a:lnTo>
                <a:lnTo>
                  <a:pt x="752994" y="2314159"/>
                </a:lnTo>
                <a:close/>
              </a:path>
              <a:path w="1413912" h="5816296">
                <a:moveTo>
                  <a:pt x="709521" y="2327799"/>
                </a:moveTo>
                <a:lnTo>
                  <a:pt x="743817" y="2339356"/>
                </a:lnTo>
                <a:lnTo>
                  <a:pt x="777245" y="2346359"/>
                </a:lnTo>
                <a:lnTo>
                  <a:pt x="810217" y="2350966"/>
                </a:lnTo>
                <a:lnTo>
                  <a:pt x="842770" y="2353368"/>
                </a:lnTo>
                <a:lnTo>
                  <a:pt x="874905" y="2353585"/>
                </a:lnTo>
                <a:lnTo>
                  <a:pt x="906625" y="2351616"/>
                </a:lnTo>
                <a:lnTo>
                  <a:pt x="937934" y="2347487"/>
                </a:lnTo>
                <a:lnTo>
                  <a:pt x="968843" y="2341264"/>
                </a:lnTo>
                <a:lnTo>
                  <a:pt x="999375" y="2333058"/>
                </a:lnTo>
                <a:lnTo>
                  <a:pt x="1029557" y="2323018"/>
                </a:lnTo>
                <a:lnTo>
                  <a:pt x="1059426" y="2311331"/>
                </a:lnTo>
                <a:lnTo>
                  <a:pt x="1089022" y="2298207"/>
                </a:lnTo>
                <a:lnTo>
                  <a:pt x="1118384" y="2283861"/>
                </a:lnTo>
                <a:lnTo>
                  <a:pt x="1147549" y="2268479"/>
                </a:lnTo>
                <a:lnTo>
                  <a:pt x="1176525" y="2252105"/>
                </a:lnTo>
                <a:lnTo>
                  <a:pt x="1205062" y="2233421"/>
                </a:lnTo>
                <a:lnTo>
                  <a:pt x="1171655" y="2226534"/>
                </a:lnTo>
                <a:lnTo>
                  <a:pt x="1138689" y="2221958"/>
                </a:lnTo>
                <a:lnTo>
                  <a:pt x="1105911" y="2218373"/>
                </a:lnTo>
                <a:lnTo>
                  <a:pt x="1073331" y="2215824"/>
                </a:lnTo>
                <a:lnTo>
                  <a:pt x="1040984" y="2214498"/>
                </a:lnTo>
                <a:lnTo>
                  <a:pt x="1008910" y="2214608"/>
                </a:lnTo>
                <a:lnTo>
                  <a:pt x="977150" y="2216365"/>
                </a:lnTo>
                <a:lnTo>
                  <a:pt x="945739" y="2219956"/>
                </a:lnTo>
                <a:lnTo>
                  <a:pt x="914706" y="2225531"/>
                </a:lnTo>
                <a:lnTo>
                  <a:pt x="884072" y="2233199"/>
                </a:lnTo>
                <a:lnTo>
                  <a:pt x="853849" y="2243027"/>
                </a:lnTo>
                <a:lnTo>
                  <a:pt x="824043" y="2255041"/>
                </a:lnTo>
                <a:lnTo>
                  <a:pt x="794652" y="2269241"/>
                </a:lnTo>
                <a:lnTo>
                  <a:pt x="765682" y="2285645"/>
                </a:lnTo>
                <a:lnTo>
                  <a:pt x="737168" y="230444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4161" y="1267846"/>
                </a:lnTo>
                <a:lnTo>
                  <a:pt x="734151" y="1299750"/>
                </a:lnTo>
                <a:lnTo>
                  <a:pt x="765420" y="1328801"/>
                </a:lnTo>
                <a:lnTo>
                  <a:pt x="797867" y="1355227"/>
                </a:lnTo>
                <a:lnTo>
                  <a:pt x="831482" y="1379050"/>
                </a:lnTo>
                <a:lnTo>
                  <a:pt x="866264" y="1400271"/>
                </a:lnTo>
                <a:lnTo>
                  <a:pt x="902199" y="1418919"/>
                </a:lnTo>
                <a:lnTo>
                  <a:pt x="939253" y="1435074"/>
                </a:lnTo>
                <a:lnTo>
                  <a:pt x="977366" y="1448867"/>
                </a:lnTo>
                <a:lnTo>
                  <a:pt x="1016458" y="1460477"/>
                </a:lnTo>
                <a:lnTo>
                  <a:pt x="1056430" y="1470125"/>
                </a:lnTo>
                <a:lnTo>
                  <a:pt x="1097170" y="1478062"/>
                </a:lnTo>
                <a:lnTo>
                  <a:pt x="1138562" y="1484545"/>
                </a:lnTo>
                <a:lnTo>
                  <a:pt x="1180507" y="1489792"/>
                </a:lnTo>
                <a:lnTo>
                  <a:pt x="1222982" y="1493860"/>
                </a:lnTo>
                <a:lnTo>
                  <a:pt x="1266691" y="1495176"/>
                </a:lnTo>
                <a:lnTo>
                  <a:pt x="1236639" y="1463410"/>
                </a:lnTo>
                <a:lnTo>
                  <a:pt x="1205353" y="1434395"/>
                </a:lnTo>
                <a:lnTo>
                  <a:pt x="1173537" y="1406561"/>
                </a:lnTo>
                <a:lnTo>
                  <a:pt x="1141168" y="1379961"/>
                </a:lnTo>
                <a:lnTo>
                  <a:pt x="1108147" y="1354816"/>
                </a:lnTo>
                <a:lnTo>
                  <a:pt x="1074357" y="1331383"/>
                </a:lnTo>
                <a:lnTo>
                  <a:pt x="1039689" y="1309910"/>
                </a:lnTo>
                <a:lnTo>
                  <a:pt x="1004041" y="1290621"/>
                </a:lnTo>
                <a:lnTo>
                  <a:pt x="967333" y="1273694"/>
                </a:lnTo>
                <a:lnTo>
                  <a:pt x="929508" y="1259260"/>
                </a:lnTo>
                <a:lnTo>
                  <a:pt x="890528" y="1247398"/>
                </a:lnTo>
                <a:lnTo>
                  <a:pt x="850382" y="1238139"/>
                </a:lnTo>
                <a:lnTo>
                  <a:pt x="809068" y="1231483"/>
                </a:lnTo>
                <a:lnTo>
                  <a:pt x="766576" y="1227452"/>
                </a:lnTo>
                <a:lnTo>
                  <a:pt x="722805" y="1226275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09745" y="1259022"/>
                </a:lnTo>
                <a:lnTo>
                  <a:pt x="743985" y="1282035"/>
                </a:lnTo>
                <a:lnTo>
                  <a:pt x="778800" y="1302159"/>
                </a:lnTo>
                <a:lnTo>
                  <a:pt x="814147" y="1319625"/>
                </a:lnTo>
                <a:lnTo>
                  <a:pt x="850020" y="1334454"/>
                </a:lnTo>
                <a:lnTo>
                  <a:pt x="886419" y="1346649"/>
                </a:lnTo>
                <a:lnTo>
                  <a:pt x="923338" y="1356239"/>
                </a:lnTo>
                <a:lnTo>
                  <a:pt x="960761" y="1363304"/>
                </a:lnTo>
                <a:lnTo>
                  <a:pt x="998662" y="1367977"/>
                </a:lnTo>
                <a:lnTo>
                  <a:pt x="1037004" y="1370440"/>
                </a:lnTo>
                <a:lnTo>
                  <a:pt x="1075743" y="1370916"/>
                </a:lnTo>
                <a:lnTo>
                  <a:pt x="1114827" y="1369660"/>
                </a:lnTo>
                <a:lnTo>
                  <a:pt x="1154206" y="1366931"/>
                </a:lnTo>
                <a:lnTo>
                  <a:pt x="1193834" y="1362951"/>
                </a:lnTo>
                <a:lnTo>
                  <a:pt x="1233701" y="1357777"/>
                </a:lnTo>
                <a:lnTo>
                  <a:pt x="1274124" y="1349816"/>
                </a:lnTo>
                <a:lnTo>
                  <a:pt x="1239857" y="1326943"/>
                </a:lnTo>
                <a:lnTo>
                  <a:pt x="1205033" y="1306857"/>
                </a:lnTo>
                <a:lnTo>
                  <a:pt x="1169972" y="1287965"/>
                </a:lnTo>
                <a:lnTo>
                  <a:pt x="1134660" y="1270323"/>
                </a:lnTo>
                <a:lnTo>
                  <a:pt x="1099054" y="1254155"/>
                </a:lnTo>
                <a:lnTo>
                  <a:pt x="1063103" y="1239720"/>
                </a:lnTo>
                <a:lnTo>
                  <a:pt x="1026755" y="1227270"/>
                </a:lnTo>
                <a:lnTo>
                  <a:pt x="989965" y="1217031"/>
                </a:lnTo>
                <a:lnTo>
                  <a:pt x="952698" y="1209184"/>
                </a:lnTo>
                <a:lnTo>
                  <a:pt x="914927" y="1203862"/>
                </a:lnTo>
                <a:lnTo>
                  <a:pt x="876636" y="1201144"/>
                </a:lnTo>
                <a:lnTo>
                  <a:pt x="837819" y="1201062"/>
                </a:lnTo>
                <a:lnTo>
                  <a:pt x="798475" y="1203615"/>
                </a:lnTo>
                <a:lnTo>
                  <a:pt x="758601" y="1208827"/>
                </a:lnTo>
                <a:lnTo>
                  <a:pt x="718150" y="1216928"/>
                </a:lnTo>
                <a:close/>
              </a:path>
              <a:path w="1413912" h="5816296">
                <a:moveTo>
                  <a:pt x="676602" y="1230519"/>
                </a:moveTo>
                <a:lnTo>
                  <a:pt x="715542" y="1243243"/>
                </a:lnTo>
                <a:lnTo>
                  <a:pt x="753452" y="1250823"/>
                </a:lnTo>
                <a:lnTo>
                  <a:pt x="790821" y="1255695"/>
                </a:lnTo>
                <a:lnTo>
                  <a:pt x="827691" y="1258076"/>
                </a:lnTo>
                <a:lnTo>
                  <a:pt x="864068" y="1257987"/>
                </a:lnTo>
                <a:lnTo>
                  <a:pt x="899951" y="1255428"/>
                </a:lnTo>
                <a:lnTo>
                  <a:pt x="935346" y="1250429"/>
                </a:lnTo>
                <a:lnTo>
                  <a:pt x="970267" y="1243064"/>
                </a:lnTo>
                <a:lnTo>
                  <a:pt x="1004741" y="1233458"/>
                </a:lnTo>
                <a:lnTo>
                  <a:pt x="1038800" y="1221780"/>
                </a:lnTo>
                <a:lnTo>
                  <a:pt x="1072487" y="1208241"/>
                </a:lnTo>
                <a:lnTo>
                  <a:pt x="1105849" y="1193079"/>
                </a:lnTo>
                <a:lnTo>
                  <a:pt x="1138935" y="1176536"/>
                </a:lnTo>
                <a:lnTo>
                  <a:pt x="1171787" y="1158821"/>
                </a:lnTo>
                <a:lnTo>
                  <a:pt x="1204415" y="1139987"/>
                </a:lnTo>
                <a:lnTo>
                  <a:pt x="1236520" y="1118542"/>
                </a:lnTo>
                <a:lnTo>
                  <a:pt x="1198636" y="1111094"/>
                </a:lnTo>
                <a:lnTo>
                  <a:pt x="1161275" y="1106257"/>
                </a:lnTo>
                <a:lnTo>
                  <a:pt x="1124137" y="1102539"/>
                </a:lnTo>
                <a:lnTo>
                  <a:pt x="1087233" y="1099994"/>
                </a:lnTo>
                <a:lnTo>
                  <a:pt x="1050605" y="1098828"/>
                </a:lnTo>
                <a:lnTo>
                  <a:pt x="1014303" y="1099287"/>
                </a:lnTo>
                <a:lnTo>
                  <a:pt x="978372" y="1101606"/>
                </a:lnTo>
                <a:lnTo>
                  <a:pt x="942855" y="1105997"/>
                </a:lnTo>
                <a:lnTo>
                  <a:pt x="907787" y="1112629"/>
                </a:lnTo>
                <a:lnTo>
                  <a:pt x="873192" y="1121627"/>
                </a:lnTo>
                <a:lnTo>
                  <a:pt x="839085" y="1133066"/>
                </a:lnTo>
                <a:lnTo>
                  <a:pt x="805472" y="1146974"/>
                </a:lnTo>
                <a:lnTo>
                  <a:pt x="772353" y="1163352"/>
                </a:lnTo>
                <a:lnTo>
                  <a:pt x="739732" y="1182221"/>
                </a:lnTo>
                <a:lnTo>
                  <a:pt x="707653" y="1203798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1255" y="129442"/>
                </a:lnTo>
                <a:lnTo>
                  <a:pt x="561071" y="130618"/>
                </a:lnTo>
                <a:lnTo>
                  <a:pt x="522067" y="134410"/>
                </a:lnTo>
                <a:lnTo>
                  <a:pt x="484151" y="140611"/>
                </a:lnTo>
                <a:lnTo>
                  <a:pt x="447311" y="149198"/>
                </a:lnTo>
                <a:lnTo>
                  <a:pt x="411549" y="160173"/>
                </a:lnTo>
                <a:lnTo>
                  <a:pt x="376852" y="173506"/>
                </a:lnTo>
                <a:lnTo>
                  <a:pt x="343187" y="189127"/>
                </a:lnTo>
                <a:lnTo>
                  <a:pt x="310500" y="206914"/>
                </a:lnTo>
                <a:lnTo>
                  <a:pt x="278716" y="226703"/>
                </a:lnTo>
                <a:lnTo>
                  <a:pt x="247744" y="248291"/>
                </a:lnTo>
                <a:lnTo>
                  <a:pt x="217481" y="271448"/>
                </a:lnTo>
                <a:lnTo>
                  <a:pt x="187819" y="295940"/>
                </a:lnTo>
                <a:lnTo>
                  <a:pt x="158669" y="321564"/>
                </a:lnTo>
                <a:lnTo>
                  <a:pt x="130007" y="348270"/>
                </a:lnTo>
                <a:lnTo>
                  <a:pt x="102485" y="377500"/>
                </a:lnTo>
                <a:lnTo>
                  <a:pt x="142612" y="376197"/>
                </a:lnTo>
                <a:lnTo>
                  <a:pt x="181600" y="372371"/>
                </a:lnTo>
                <a:lnTo>
                  <a:pt x="220100" y="367462"/>
                </a:lnTo>
                <a:lnTo>
                  <a:pt x="258088" y="361421"/>
                </a:lnTo>
                <a:lnTo>
                  <a:pt x="295475" y="354046"/>
                </a:lnTo>
                <a:lnTo>
                  <a:pt x="332153" y="345101"/>
                </a:lnTo>
                <a:lnTo>
                  <a:pt x="368019" y="334358"/>
                </a:lnTo>
                <a:lnTo>
                  <a:pt x="402982" y="321612"/>
                </a:lnTo>
                <a:lnTo>
                  <a:pt x="436967" y="306700"/>
                </a:lnTo>
                <a:lnTo>
                  <a:pt x="469919" y="289501"/>
                </a:lnTo>
                <a:lnTo>
                  <a:pt x="501807" y="269943"/>
                </a:lnTo>
                <a:lnTo>
                  <a:pt x="532618" y="247998"/>
                </a:lnTo>
                <a:lnTo>
                  <a:pt x="562351" y="223666"/>
                </a:lnTo>
                <a:lnTo>
                  <a:pt x="590998" y="196926"/>
                </a:lnTo>
                <a:lnTo>
                  <a:pt x="618463" y="167569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2089" y="112988"/>
                </a:lnTo>
                <a:lnTo>
                  <a:pt x="560849" y="98651"/>
                </a:lnTo>
                <a:lnTo>
                  <a:pt x="519797" y="87427"/>
                </a:lnTo>
                <a:lnTo>
                  <a:pt x="478918" y="79066"/>
                </a:lnTo>
                <a:lnTo>
                  <a:pt x="438210" y="73546"/>
                </a:lnTo>
                <a:lnTo>
                  <a:pt x="397672" y="70864"/>
                </a:lnTo>
                <a:lnTo>
                  <a:pt x="357303" y="70987"/>
                </a:lnTo>
                <a:lnTo>
                  <a:pt x="317098" y="73830"/>
                </a:lnTo>
                <a:lnTo>
                  <a:pt x="277049" y="79250"/>
                </a:lnTo>
                <a:lnTo>
                  <a:pt x="237142" y="87052"/>
                </a:lnTo>
                <a:lnTo>
                  <a:pt x="197365" y="96993"/>
                </a:lnTo>
                <a:lnTo>
                  <a:pt x="157699" y="108800"/>
                </a:lnTo>
                <a:lnTo>
                  <a:pt x="118130" y="122195"/>
                </a:lnTo>
                <a:lnTo>
                  <a:pt x="78641" y="136936"/>
                </a:lnTo>
                <a:lnTo>
                  <a:pt x="39230" y="152965"/>
                </a:lnTo>
                <a:lnTo>
                  <a:pt x="0" y="171995"/>
                </a:lnTo>
                <a:lnTo>
                  <a:pt x="41230" y="186180"/>
                </a:lnTo>
                <a:lnTo>
                  <a:pt x="82280" y="197364"/>
                </a:lnTo>
                <a:lnTo>
                  <a:pt x="123252" y="207261"/>
                </a:lnTo>
                <a:lnTo>
                  <a:pt x="164143" y="215811"/>
                </a:lnTo>
                <a:lnTo>
                  <a:pt x="204938" y="222774"/>
                </a:lnTo>
                <a:lnTo>
                  <a:pt x="245621" y="227871"/>
                </a:lnTo>
                <a:lnTo>
                  <a:pt x="286175" y="230828"/>
                </a:lnTo>
                <a:lnTo>
                  <a:pt x="326586" y="231404"/>
                </a:lnTo>
                <a:lnTo>
                  <a:pt x="366841" y="229402"/>
                </a:lnTo>
                <a:lnTo>
                  <a:pt x="406933" y="224681"/>
                </a:lnTo>
                <a:lnTo>
                  <a:pt x="446856" y="217155"/>
                </a:lnTo>
                <a:lnTo>
                  <a:pt x="486608" y="206789"/>
                </a:lnTo>
                <a:lnTo>
                  <a:pt x="526189" y="193584"/>
                </a:lnTo>
                <a:lnTo>
                  <a:pt x="565598" y="177516"/>
                </a:lnTo>
                <a:lnTo>
                  <a:pt x="604819" y="158335"/>
                </a:lnTo>
                <a:close/>
              </a:path>
              <a:path w="1413912" h="5816296">
                <a:moveTo>
                  <a:pt x="643684" y="133239"/>
                </a:moveTo>
                <a:lnTo>
                  <a:pt x="608931" y="104967"/>
                </a:lnTo>
                <a:lnTo>
                  <a:pt x="573208" y="82351"/>
                </a:lnTo>
                <a:lnTo>
                  <a:pt x="536976" y="62711"/>
                </a:lnTo>
                <a:lnTo>
                  <a:pt x="500274" y="45809"/>
                </a:lnTo>
                <a:lnTo>
                  <a:pt x="463107" y="31623"/>
                </a:lnTo>
                <a:lnTo>
                  <a:pt x="425475" y="20151"/>
                </a:lnTo>
                <a:lnTo>
                  <a:pt x="387383" y="11361"/>
                </a:lnTo>
                <a:lnTo>
                  <a:pt x="348846" y="5172"/>
                </a:lnTo>
                <a:lnTo>
                  <a:pt x="309887" y="1448"/>
                </a:lnTo>
                <a:lnTo>
                  <a:pt x="270537" y="0"/>
                </a:lnTo>
                <a:lnTo>
                  <a:pt x="230837" y="598"/>
                </a:lnTo>
                <a:lnTo>
                  <a:pt x="190831" y="2981"/>
                </a:lnTo>
                <a:lnTo>
                  <a:pt x="150565" y="6881"/>
                </a:lnTo>
                <a:lnTo>
                  <a:pt x="110078" y="12070"/>
                </a:lnTo>
                <a:lnTo>
                  <a:pt x="69381" y="18489"/>
                </a:lnTo>
                <a:lnTo>
                  <a:pt x="28191" y="27778"/>
                </a:lnTo>
                <a:lnTo>
                  <a:pt x="63939" y="50250"/>
                </a:lnTo>
                <a:lnTo>
                  <a:pt x="100178" y="69851"/>
                </a:lnTo>
                <a:lnTo>
                  <a:pt x="136628" y="88222"/>
                </a:lnTo>
                <a:lnTo>
                  <a:pt x="173298" y="105305"/>
                </a:lnTo>
                <a:lnTo>
                  <a:pt x="210229" y="120871"/>
                </a:lnTo>
                <a:lnTo>
                  <a:pt x="247465" y="134652"/>
                </a:lnTo>
                <a:lnTo>
                  <a:pt x="285052" y="146387"/>
                </a:lnTo>
                <a:lnTo>
                  <a:pt x="323029" y="155845"/>
                </a:lnTo>
                <a:lnTo>
                  <a:pt x="361429" y="162839"/>
                </a:lnTo>
                <a:lnTo>
                  <a:pt x="400274" y="167232"/>
                </a:lnTo>
                <a:lnTo>
                  <a:pt x="439578" y="168942"/>
                </a:lnTo>
                <a:lnTo>
                  <a:pt x="479348" y="167938"/>
                </a:lnTo>
                <a:lnTo>
                  <a:pt x="519583" y="164219"/>
                </a:lnTo>
                <a:lnTo>
                  <a:pt x="560287" y="157762"/>
                </a:lnTo>
                <a:lnTo>
                  <a:pt x="601501" y="148328"/>
                </a:lnTo>
                <a:close/>
              </a:path>
            </a:pathLst>
          </a:custGeom>
          <a:solidFill>
            <a:srgbClr val="81B29A">
              <a:alpha val="4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0" name="!!lt1-than"/>
          <p:cNvSpPr/>
          <p:nvPr/>
        </p:nvSpPr>
        <p:spPr>
          <a:xfrm>
            <a:off x="11469327" y="1215462"/>
            <a:ext cx="187801" cy="5734668"/>
          </a:xfrm>
          <a:custGeom>
            <a:avLst/>
            <a:gdLst/>
            <a:ahLst/>
            <a:cxnLst/>
            <a:rect l="0" t="0" r="r" b="b"/>
            <a:pathLst>
              <a:path w="187801" h="5734668">
                <a:moveTo>
                  <a:pt x="81450" y="5319050"/>
                </a:moveTo>
                <a:lnTo>
                  <a:pt x="73137" y="5734668"/>
                </a:lnTo>
                <a:lnTo>
                  <a:pt x="0" y="5733205"/>
                </a:lnTo>
                <a:lnTo>
                  <a:pt x="8312" y="5317588"/>
                </a:lnTo>
                <a:close/>
              </a:path>
              <a:path w="187801" h="5734668">
                <a:moveTo>
                  <a:pt x="90312" y="4875918"/>
                </a:moveTo>
                <a:lnTo>
                  <a:pt x="82000" y="5291535"/>
                </a:lnTo>
                <a:lnTo>
                  <a:pt x="8863" y="5290073"/>
                </a:lnTo>
                <a:lnTo>
                  <a:pt x="17175" y="4874455"/>
                </a:lnTo>
                <a:close/>
              </a:path>
              <a:path w="187801" h="5734668">
                <a:moveTo>
                  <a:pt x="99175" y="4432786"/>
                </a:moveTo>
                <a:lnTo>
                  <a:pt x="90863" y="4848403"/>
                </a:lnTo>
                <a:lnTo>
                  <a:pt x="17725" y="4846940"/>
                </a:lnTo>
                <a:lnTo>
                  <a:pt x="26038" y="4431323"/>
                </a:lnTo>
                <a:close/>
              </a:path>
              <a:path w="187801" h="5734668">
                <a:moveTo>
                  <a:pt x="108038" y="3989654"/>
                </a:moveTo>
                <a:lnTo>
                  <a:pt x="99725" y="4405271"/>
                </a:lnTo>
                <a:lnTo>
                  <a:pt x="26588" y="4403808"/>
                </a:lnTo>
                <a:lnTo>
                  <a:pt x="34900" y="3988191"/>
                </a:lnTo>
                <a:close/>
              </a:path>
              <a:path w="187801" h="5734668">
                <a:moveTo>
                  <a:pt x="116900" y="3546521"/>
                </a:moveTo>
                <a:lnTo>
                  <a:pt x="108588" y="3962138"/>
                </a:lnTo>
                <a:lnTo>
                  <a:pt x="35451" y="3960676"/>
                </a:lnTo>
                <a:lnTo>
                  <a:pt x="43763" y="3545058"/>
                </a:lnTo>
                <a:close/>
              </a:path>
              <a:path w="187801" h="5734668">
                <a:moveTo>
                  <a:pt x="125763" y="3103389"/>
                </a:moveTo>
                <a:lnTo>
                  <a:pt x="117451" y="3519006"/>
                </a:lnTo>
                <a:lnTo>
                  <a:pt x="44313" y="3517543"/>
                </a:lnTo>
                <a:lnTo>
                  <a:pt x="52626" y="3101926"/>
                </a:lnTo>
                <a:close/>
              </a:path>
              <a:path w="187801" h="5734668">
                <a:moveTo>
                  <a:pt x="134626" y="2660257"/>
                </a:moveTo>
                <a:lnTo>
                  <a:pt x="126313" y="3075874"/>
                </a:lnTo>
                <a:lnTo>
                  <a:pt x="53176" y="3074411"/>
                </a:lnTo>
                <a:lnTo>
                  <a:pt x="61488" y="2658794"/>
                </a:lnTo>
                <a:close/>
              </a:path>
              <a:path w="187801" h="5734668">
                <a:moveTo>
                  <a:pt x="143488" y="2217124"/>
                </a:moveTo>
                <a:lnTo>
                  <a:pt x="135176" y="2632741"/>
                </a:lnTo>
                <a:lnTo>
                  <a:pt x="62039" y="2631279"/>
                </a:lnTo>
                <a:lnTo>
                  <a:pt x="70351" y="2215662"/>
                </a:lnTo>
                <a:close/>
              </a:path>
              <a:path w="187801" h="5734668">
                <a:moveTo>
                  <a:pt x="152351" y="1773992"/>
                </a:moveTo>
                <a:lnTo>
                  <a:pt x="144039" y="2189609"/>
                </a:lnTo>
                <a:lnTo>
                  <a:pt x="70901" y="2188146"/>
                </a:lnTo>
                <a:lnTo>
                  <a:pt x="79214" y="1772529"/>
                </a:lnTo>
                <a:close/>
              </a:path>
              <a:path w="187801" h="5734668">
                <a:moveTo>
                  <a:pt x="161214" y="1330860"/>
                </a:moveTo>
                <a:lnTo>
                  <a:pt x="152901" y="1746477"/>
                </a:lnTo>
                <a:lnTo>
                  <a:pt x="79764" y="1745014"/>
                </a:lnTo>
                <a:lnTo>
                  <a:pt x="88076" y="1329397"/>
                </a:lnTo>
                <a:close/>
              </a:path>
              <a:path w="187801" h="5734668">
                <a:moveTo>
                  <a:pt x="170076" y="887727"/>
                </a:moveTo>
                <a:lnTo>
                  <a:pt x="161764" y="1303345"/>
                </a:lnTo>
                <a:lnTo>
                  <a:pt x="88626" y="1301882"/>
                </a:lnTo>
                <a:lnTo>
                  <a:pt x="96939" y="886265"/>
                </a:lnTo>
                <a:close/>
              </a:path>
              <a:path w="187801" h="5734668">
                <a:moveTo>
                  <a:pt x="178939" y="444595"/>
                </a:moveTo>
                <a:lnTo>
                  <a:pt x="170626" y="860212"/>
                </a:lnTo>
                <a:lnTo>
                  <a:pt x="97489" y="858750"/>
                </a:lnTo>
                <a:lnTo>
                  <a:pt x="105801" y="443132"/>
                </a:lnTo>
                <a:close/>
              </a:path>
              <a:path w="187801" h="5734668">
                <a:moveTo>
                  <a:pt x="187801" y="1463"/>
                </a:moveTo>
                <a:lnTo>
                  <a:pt x="179489" y="417080"/>
                </a:lnTo>
                <a:lnTo>
                  <a:pt x="106352" y="415617"/>
                </a:lnTo>
                <a:lnTo>
                  <a:pt x="114664" y="0"/>
                </a:lnTo>
                <a:close/>
              </a:path>
            </a:pathLst>
          </a:custGeom>
          <a:solidFill>
            <a:srgbClr val="81B29A">
              <a:alpha val="350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1" name="!!lt1-dot"/>
          <p:cNvSpPr/>
          <p:nvPr/>
        </p:nvSpPr>
        <p:spPr>
          <a:xfrm>
            <a:off x="11464698" y="1202436"/>
            <a:ext cx="197060" cy="5317588"/>
          </a:xfrm>
          <a:custGeom>
            <a:avLst/>
            <a:gdLst/>
            <a:ahLst/>
            <a:cxnLst/>
            <a:rect l="0" t="0" r="r" b="b"/>
            <a:pathLst>
              <a:path w="197060" h="5317588">
                <a:moveTo>
                  <a:pt x="0" y="5317588"/>
                </a:moveTo>
                <a:lnTo>
                  <a:pt x="90708" y="5317588"/>
                </a:lnTo>
              </a:path>
              <a:path w="197060" h="5317588">
                <a:moveTo>
                  <a:pt x="8863" y="4874455"/>
                </a:moveTo>
                <a:lnTo>
                  <a:pt x="99571" y="4874455"/>
                </a:lnTo>
              </a:path>
              <a:path w="197060" h="5317588">
                <a:moveTo>
                  <a:pt x="17725" y="4431323"/>
                </a:moveTo>
                <a:lnTo>
                  <a:pt x="108434" y="4431323"/>
                </a:lnTo>
              </a:path>
              <a:path w="197060" h="5317588">
                <a:moveTo>
                  <a:pt x="26588" y="3988191"/>
                </a:moveTo>
                <a:lnTo>
                  <a:pt x="117296" y="3988191"/>
                </a:lnTo>
              </a:path>
              <a:path w="197060" h="5317588">
                <a:moveTo>
                  <a:pt x="35451" y="3545058"/>
                </a:moveTo>
                <a:lnTo>
                  <a:pt x="126159" y="3545058"/>
                </a:lnTo>
              </a:path>
              <a:path w="197060" h="5317588">
                <a:moveTo>
                  <a:pt x="44313" y="3101926"/>
                </a:moveTo>
                <a:lnTo>
                  <a:pt x="135022" y="3101926"/>
                </a:lnTo>
              </a:path>
              <a:path w="197060" h="5317588">
                <a:moveTo>
                  <a:pt x="53176" y="2658794"/>
                </a:moveTo>
                <a:lnTo>
                  <a:pt x="143884" y="2658794"/>
                </a:lnTo>
              </a:path>
              <a:path w="197060" h="5317588">
                <a:moveTo>
                  <a:pt x="62039" y="2215662"/>
                </a:moveTo>
                <a:lnTo>
                  <a:pt x="152747" y="2215662"/>
                </a:lnTo>
              </a:path>
              <a:path w="197060" h="5317588">
                <a:moveTo>
                  <a:pt x="70901" y="1772529"/>
                </a:moveTo>
                <a:lnTo>
                  <a:pt x="161610" y="1772529"/>
                </a:lnTo>
              </a:path>
              <a:path w="197060" h="5317588">
                <a:moveTo>
                  <a:pt x="79764" y="1329397"/>
                </a:moveTo>
                <a:lnTo>
                  <a:pt x="170472" y="1329397"/>
                </a:lnTo>
              </a:path>
              <a:path w="197060" h="5317588">
                <a:moveTo>
                  <a:pt x="88626" y="886265"/>
                </a:moveTo>
                <a:lnTo>
                  <a:pt x="179335" y="886265"/>
                </a:lnTo>
              </a:path>
              <a:path w="197060" h="5317588">
                <a:moveTo>
                  <a:pt x="97489" y="443132"/>
                </a:moveTo>
                <a:lnTo>
                  <a:pt x="188198" y="443132"/>
                </a:lnTo>
              </a:path>
              <a:path w="197060" h="5317588">
                <a:moveTo>
                  <a:pt x="106352" y="0"/>
                </a:moveTo>
                <a:lnTo>
                  <a:pt x="197060" y="0"/>
                </a:lnTo>
              </a:path>
            </a:pathLst>
          </a:custGeom>
          <a:noFill/>
          <a:ln w="25400">
            <a:solidFill>
              <a:srgbClr val="81B29A">
                <a:alpha val="55000"/>
              </a:srgbClr>
            </a:solidFill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2" name="!!lt1-la"/>
          <p:cNvSpPr/>
          <p:nvPr/>
        </p:nvSpPr>
        <p:spPr>
          <a:xfrm>
            <a:off x="11069535" y="2455105"/>
            <a:ext cx="1059681" cy="2918467"/>
          </a:xfrm>
          <a:custGeom>
            <a:avLst/>
            <a:gdLst/>
            <a:ahLst/>
            <a:cxnLst/>
            <a:rect l="0" t="0" r="r" b="b"/>
            <a:pathLst>
              <a:path w="1059681" h="2918467">
                <a:moveTo>
                  <a:pt x="467105" y="2749238"/>
                </a:moveTo>
                <a:lnTo>
                  <a:pt x="484813" y="2773154"/>
                </a:lnTo>
                <a:lnTo>
                  <a:pt x="504075" y="2793591"/>
                </a:lnTo>
                <a:lnTo>
                  <a:pt x="524156" y="2812196"/>
                </a:lnTo>
                <a:lnTo>
                  <a:pt x="544990" y="2829117"/>
                </a:lnTo>
                <a:lnTo>
                  <a:pt x="566571" y="2844367"/>
                </a:lnTo>
                <a:lnTo>
                  <a:pt x="588898" y="2857947"/>
                </a:lnTo>
                <a:lnTo>
                  <a:pt x="611962" y="2869876"/>
                </a:lnTo>
                <a:lnTo>
                  <a:pt x="635741" y="2880205"/>
                </a:lnTo>
                <a:lnTo>
                  <a:pt x="660198" y="2889018"/>
                </a:lnTo>
                <a:lnTo>
                  <a:pt x="685281" y="2896430"/>
                </a:lnTo>
                <a:lnTo>
                  <a:pt x="710927" y="2902584"/>
                </a:lnTo>
                <a:lnTo>
                  <a:pt x="737063" y="2907639"/>
                </a:lnTo>
                <a:lnTo>
                  <a:pt x="763617" y="2911760"/>
                </a:lnTo>
                <a:lnTo>
                  <a:pt x="790524" y="2915089"/>
                </a:lnTo>
                <a:lnTo>
                  <a:pt x="817770" y="2917661"/>
                </a:lnTo>
                <a:lnTo>
                  <a:pt x="845805" y="2918467"/>
                </a:lnTo>
                <a:lnTo>
                  <a:pt x="826503" y="2898119"/>
                </a:lnTo>
                <a:lnTo>
                  <a:pt x="806411" y="2879537"/>
                </a:lnTo>
                <a:lnTo>
                  <a:pt x="785981" y="2861713"/>
                </a:lnTo>
                <a:lnTo>
                  <a:pt x="765197" y="2844681"/>
                </a:lnTo>
                <a:lnTo>
                  <a:pt x="743996" y="2828582"/>
                </a:lnTo>
                <a:lnTo>
                  <a:pt x="722304" y="2813582"/>
                </a:lnTo>
                <a:lnTo>
                  <a:pt x="700049" y="2799840"/>
                </a:lnTo>
                <a:lnTo>
                  <a:pt x="677169" y="2787500"/>
                </a:lnTo>
                <a:lnTo>
                  <a:pt x="653611" y="2776675"/>
                </a:lnTo>
                <a:lnTo>
                  <a:pt x="629337" y="2767451"/>
                </a:lnTo>
                <a:lnTo>
                  <a:pt x="604327" y="2759877"/>
                </a:lnTo>
                <a:lnTo>
                  <a:pt x="578570" y="2753973"/>
                </a:lnTo>
                <a:lnTo>
                  <a:pt x="552066" y="2749741"/>
                </a:lnTo>
                <a:lnTo>
                  <a:pt x="524809" y="2747192"/>
                </a:lnTo>
                <a:lnTo>
                  <a:pt x="496735" y="2746475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496261" y="2771068"/>
                </a:lnTo>
                <a:lnTo>
                  <a:pt x="526019" y="2788273"/>
                </a:lnTo>
                <a:lnTo>
                  <a:pt x="556094" y="2803044"/>
                </a:lnTo>
                <a:lnTo>
                  <a:pt x="586461" y="2815574"/>
                </a:lnTo>
                <a:lnTo>
                  <a:pt x="617117" y="2825884"/>
                </a:lnTo>
                <a:lnTo>
                  <a:pt x="648062" y="2833973"/>
                </a:lnTo>
                <a:lnTo>
                  <a:pt x="679293" y="2839868"/>
                </a:lnTo>
                <a:lnTo>
                  <a:pt x="710801" y="2843636"/>
                </a:lnTo>
                <a:lnTo>
                  <a:pt x="742571" y="2845389"/>
                </a:lnTo>
                <a:lnTo>
                  <a:pt x="774584" y="2845279"/>
                </a:lnTo>
                <a:lnTo>
                  <a:pt x="806815" y="2843495"/>
                </a:lnTo>
                <a:lnTo>
                  <a:pt x="839236" y="2840252"/>
                </a:lnTo>
                <a:lnTo>
                  <a:pt x="871818" y="2835767"/>
                </a:lnTo>
                <a:lnTo>
                  <a:pt x="904538" y="2830230"/>
                </a:lnTo>
                <a:lnTo>
                  <a:pt x="937388" y="2823685"/>
                </a:lnTo>
                <a:lnTo>
                  <a:pt x="970545" y="2814793"/>
                </a:lnTo>
                <a:lnTo>
                  <a:pt x="940771" y="2797706"/>
                </a:lnTo>
                <a:lnTo>
                  <a:pt x="910692" y="2782967"/>
                </a:lnTo>
                <a:lnTo>
                  <a:pt x="880481" y="2769235"/>
                </a:lnTo>
                <a:lnTo>
                  <a:pt x="850134" y="2756556"/>
                </a:lnTo>
                <a:lnTo>
                  <a:pt x="819625" y="2745118"/>
                </a:lnTo>
                <a:lnTo>
                  <a:pt x="788925" y="2735141"/>
                </a:lnTo>
                <a:lnTo>
                  <a:pt x="758008" y="2726836"/>
                </a:lnTo>
                <a:lnTo>
                  <a:pt x="726849" y="2720394"/>
                </a:lnTo>
                <a:lnTo>
                  <a:pt x="695427" y="2715968"/>
                </a:lnTo>
                <a:lnTo>
                  <a:pt x="663727" y="2713669"/>
                </a:lnTo>
                <a:lnTo>
                  <a:pt x="631743" y="2713564"/>
                </a:lnTo>
                <a:lnTo>
                  <a:pt x="599469" y="2715679"/>
                </a:lnTo>
                <a:lnTo>
                  <a:pt x="566906" y="2720015"/>
                </a:lnTo>
                <a:lnTo>
                  <a:pt x="534051" y="2726592"/>
                </a:lnTo>
                <a:lnTo>
                  <a:pt x="500879" y="2735602"/>
                </a:lnTo>
                <a:close/>
              </a:path>
              <a:path w="1059681" h="2918467">
                <a:moveTo>
                  <a:pt x="467105" y="2749238"/>
                </a:moveTo>
                <a:lnTo>
                  <a:pt x="502900" y="2763058"/>
                </a:lnTo>
                <a:lnTo>
                  <a:pt x="537986" y="2772015"/>
                </a:lnTo>
                <a:lnTo>
                  <a:pt x="572699" y="2778413"/>
                </a:lnTo>
                <a:lnTo>
                  <a:pt x="607069" y="2782457"/>
                </a:lnTo>
                <a:lnTo>
                  <a:pt x="641098" y="2784165"/>
                </a:lnTo>
                <a:lnTo>
                  <a:pt x="674788" y="2783540"/>
                </a:lnTo>
                <a:lnTo>
                  <a:pt x="708141" y="2780608"/>
                </a:lnTo>
                <a:lnTo>
                  <a:pt x="741167" y="2775440"/>
                </a:lnTo>
                <a:lnTo>
                  <a:pt x="773885" y="2768153"/>
                </a:lnTo>
                <a:lnTo>
                  <a:pt x="806318" y="2758908"/>
                </a:lnTo>
                <a:lnTo>
                  <a:pt x="838494" y="2747904"/>
                </a:lnTo>
                <a:lnTo>
                  <a:pt x="870447" y="2735365"/>
                </a:lnTo>
                <a:lnTo>
                  <a:pt x="902209" y="2721522"/>
                </a:lnTo>
                <a:lnTo>
                  <a:pt x="933810" y="2706571"/>
                </a:lnTo>
                <a:lnTo>
                  <a:pt x="965256" y="2690562"/>
                </a:lnTo>
                <a:lnTo>
                  <a:pt x="996343" y="2672084"/>
                </a:lnTo>
                <a:lnTo>
                  <a:pt x="961275" y="2663252"/>
                </a:lnTo>
                <a:lnTo>
                  <a:pt x="926566" y="2656886"/>
                </a:lnTo>
                <a:lnTo>
                  <a:pt x="892013" y="2651580"/>
                </a:lnTo>
                <a:lnTo>
                  <a:pt x="857620" y="2647380"/>
                </a:lnTo>
                <a:lnTo>
                  <a:pt x="823418" y="2644486"/>
                </a:lnTo>
                <a:lnTo>
                  <a:pt x="789439" y="2643126"/>
                </a:lnTo>
                <a:lnTo>
                  <a:pt x="755717" y="2643526"/>
                </a:lnTo>
                <a:lnTo>
                  <a:pt x="722280" y="2645882"/>
                </a:lnTo>
                <a:lnTo>
                  <a:pt x="689152" y="2650359"/>
                </a:lnTo>
                <a:lnTo>
                  <a:pt x="656351" y="2657071"/>
                </a:lnTo>
                <a:lnTo>
                  <a:pt x="623885" y="2666090"/>
                </a:lnTo>
                <a:lnTo>
                  <a:pt x="591760" y="2677443"/>
                </a:lnTo>
                <a:lnTo>
                  <a:pt x="559975" y="2691130"/>
                </a:lnTo>
                <a:lnTo>
                  <a:pt x="528533" y="2707173"/>
                </a:lnTo>
                <a:lnTo>
                  <a:pt x="497465" y="2725774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0878" y="972048"/>
                </a:lnTo>
                <a:lnTo>
                  <a:pt x="440673" y="971214"/>
                </a:lnTo>
                <a:lnTo>
                  <a:pt x="411242" y="972395"/>
                </a:lnTo>
                <a:lnTo>
                  <a:pt x="382524" y="975428"/>
                </a:lnTo>
                <a:lnTo>
                  <a:pt x="354513" y="980300"/>
                </a:lnTo>
                <a:lnTo>
                  <a:pt x="327208" y="987008"/>
                </a:lnTo>
                <a:lnTo>
                  <a:pt x="300601" y="995532"/>
                </a:lnTo>
                <a:lnTo>
                  <a:pt x="274671" y="1005817"/>
                </a:lnTo>
                <a:lnTo>
                  <a:pt x="249383" y="1017769"/>
                </a:lnTo>
                <a:lnTo>
                  <a:pt x="224687" y="1031261"/>
                </a:lnTo>
                <a:lnTo>
                  <a:pt x="200523" y="1046139"/>
                </a:lnTo>
                <a:lnTo>
                  <a:pt x="176824" y="1062224"/>
                </a:lnTo>
                <a:lnTo>
                  <a:pt x="153520" y="1079337"/>
                </a:lnTo>
                <a:lnTo>
                  <a:pt x="130551" y="1097321"/>
                </a:lnTo>
                <a:lnTo>
                  <a:pt x="107902" y="1116138"/>
                </a:lnTo>
                <a:lnTo>
                  <a:pt x="86001" y="1136897"/>
                </a:lnTo>
                <a:lnTo>
                  <a:pt x="116169" y="1137633"/>
                </a:lnTo>
                <a:lnTo>
                  <a:pt x="145589" y="1136426"/>
                </a:lnTo>
                <a:lnTo>
                  <a:pt x="174690" y="1134387"/>
                </a:lnTo>
                <a:lnTo>
                  <a:pt x="203455" y="1131476"/>
                </a:lnTo>
                <a:lnTo>
                  <a:pt x="231825" y="1127538"/>
                </a:lnTo>
                <a:lnTo>
                  <a:pt x="259731" y="1122391"/>
                </a:lnTo>
                <a:lnTo>
                  <a:pt x="287104" y="1115861"/>
                </a:lnTo>
                <a:lnTo>
                  <a:pt x="313885" y="1107789"/>
                </a:lnTo>
                <a:lnTo>
                  <a:pt x="340025" y="1098050"/>
                </a:lnTo>
                <a:lnTo>
                  <a:pt x="365487" y="1086550"/>
                </a:lnTo>
                <a:lnTo>
                  <a:pt x="390252" y="1073235"/>
                </a:lnTo>
                <a:lnTo>
                  <a:pt x="414310" y="1058083"/>
                </a:lnTo>
                <a:lnTo>
                  <a:pt x="437661" y="1041093"/>
                </a:lnTo>
                <a:lnTo>
                  <a:pt x="460299" y="1022250"/>
                </a:lnTo>
                <a:lnTo>
                  <a:pt x="482163" y="1001393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645" y="963253"/>
                </a:lnTo>
                <a:lnTo>
                  <a:pt x="445050" y="953869"/>
                </a:lnTo>
                <a:lnTo>
                  <a:pt x="416623" y="946628"/>
                </a:lnTo>
                <a:lnTo>
                  <a:pt x="388349" y="941359"/>
                </a:lnTo>
                <a:lnTo>
                  <a:pt x="360226" y="938044"/>
                </a:lnTo>
                <a:lnTo>
                  <a:pt x="332256" y="936684"/>
                </a:lnTo>
                <a:lnTo>
                  <a:pt x="304436" y="937256"/>
                </a:lnTo>
                <a:lnTo>
                  <a:pt x="276762" y="939699"/>
                </a:lnTo>
                <a:lnTo>
                  <a:pt x="249226" y="943918"/>
                </a:lnTo>
                <a:lnTo>
                  <a:pt x="221817" y="949775"/>
                </a:lnTo>
                <a:lnTo>
                  <a:pt x="194522" y="957105"/>
                </a:lnTo>
                <a:lnTo>
                  <a:pt x="167328" y="965721"/>
                </a:lnTo>
                <a:lnTo>
                  <a:pt x="140219" y="975429"/>
                </a:lnTo>
                <a:lnTo>
                  <a:pt x="113181" y="986064"/>
                </a:lnTo>
                <a:lnTo>
                  <a:pt x="86213" y="997585"/>
                </a:lnTo>
                <a:lnTo>
                  <a:pt x="59405" y="1011173"/>
                </a:lnTo>
                <a:lnTo>
                  <a:pt x="87991" y="1020453"/>
                </a:lnTo>
                <a:lnTo>
                  <a:pt x="116417" y="1027666"/>
                </a:lnTo>
                <a:lnTo>
                  <a:pt x="144773" y="1033994"/>
                </a:lnTo>
                <a:lnTo>
                  <a:pt x="173058" y="1039394"/>
                </a:lnTo>
                <a:lnTo>
                  <a:pt x="201257" y="1043701"/>
                </a:lnTo>
                <a:lnTo>
                  <a:pt x="229356" y="1046723"/>
                </a:lnTo>
                <a:lnTo>
                  <a:pt x="257341" y="1048273"/>
                </a:lnTo>
                <a:lnTo>
                  <a:pt x="285199" y="1048183"/>
                </a:lnTo>
                <a:lnTo>
                  <a:pt x="312918" y="1046318"/>
                </a:lnTo>
                <a:lnTo>
                  <a:pt x="340492" y="1042582"/>
                </a:lnTo>
                <a:lnTo>
                  <a:pt x="367916" y="1036914"/>
                </a:lnTo>
                <a:lnTo>
                  <a:pt x="395187" y="1029291"/>
                </a:lnTo>
                <a:lnTo>
                  <a:pt x="422307" y="1019713"/>
                </a:lnTo>
                <a:lnTo>
                  <a:pt x="449273" y="1008164"/>
                </a:lnTo>
                <a:lnTo>
                  <a:pt x="476073" y="994472"/>
                </a:lnTo>
                <a:close/>
              </a:path>
              <a:path w="1059681" h="2918467">
                <a:moveTo>
                  <a:pt x="502556" y="976709"/>
                </a:moveTo>
                <a:lnTo>
                  <a:pt x="473803" y="954292"/>
                </a:lnTo>
                <a:lnTo>
                  <a:pt x="444357" y="936494"/>
                </a:lnTo>
                <a:lnTo>
                  <a:pt x="414546" y="921125"/>
                </a:lnTo>
                <a:lnTo>
                  <a:pt x="384400" y="907992"/>
                </a:lnTo>
                <a:lnTo>
                  <a:pt x="353921" y="897076"/>
                </a:lnTo>
                <a:lnTo>
                  <a:pt x="323110" y="888377"/>
                </a:lnTo>
                <a:lnTo>
                  <a:pt x="291969" y="881867"/>
                </a:lnTo>
                <a:lnTo>
                  <a:pt x="260510" y="877482"/>
                </a:lnTo>
                <a:lnTo>
                  <a:pt x="228749" y="875108"/>
                </a:lnTo>
                <a:lnTo>
                  <a:pt x="196709" y="874594"/>
                </a:lnTo>
                <a:lnTo>
                  <a:pt x="164418" y="875750"/>
                </a:lnTo>
                <a:lnTo>
                  <a:pt x="131909" y="878363"/>
                </a:lnTo>
                <a:lnTo>
                  <a:pt x="99213" y="882215"/>
                </a:lnTo>
                <a:lnTo>
                  <a:pt x="66360" y="887119"/>
                </a:lnTo>
                <a:lnTo>
                  <a:pt x="33356" y="893028"/>
                </a:lnTo>
                <a:lnTo>
                  <a:pt x="0" y="901280"/>
                </a:lnTo>
                <a:lnTo>
                  <a:pt x="29464" y="918961"/>
                </a:lnTo>
                <a:lnTo>
                  <a:pt x="59279" y="934299"/>
                </a:lnTo>
                <a:lnTo>
                  <a:pt x="89245" y="948631"/>
                </a:lnTo>
                <a:lnTo>
                  <a:pt x="119369" y="961912"/>
                </a:lnTo>
                <a:lnTo>
                  <a:pt x="149679" y="973954"/>
                </a:lnTo>
                <a:lnTo>
                  <a:pt x="180208" y="984538"/>
                </a:lnTo>
                <a:lnTo>
                  <a:pt x="210987" y="993452"/>
                </a:lnTo>
                <a:lnTo>
                  <a:pt x="242045" y="1000507"/>
                </a:lnTo>
                <a:lnTo>
                  <a:pt x="273406" y="1005550"/>
                </a:lnTo>
                <a:lnTo>
                  <a:pt x="305085" y="1008470"/>
                </a:lnTo>
                <a:lnTo>
                  <a:pt x="337093" y="1009199"/>
                </a:lnTo>
                <a:lnTo>
                  <a:pt x="369433" y="1007711"/>
                </a:lnTo>
                <a:lnTo>
                  <a:pt x="402106" y="1004007"/>
                </a:lnTo>
                <a:lnTo>
                  <a:pt x="435115" y="998067"/>
                </a:lnTo>
                <a:lnTo>
                  <a:pt x="468489" y="98969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28475" y="559523"/>
                </a:lnTo>
                <a:lnTo>
                  <a:pt x="547355" y="581934"/>
                </a:lnTo>
                <a:lnTo>
                  <a:pt x="567193" y="602486"/>
                </a:lnTo>
                <a:lnTo>
                  <a:pt x="587914" y="621326"/>
                </a:lnTo>
                <a:lnTo>
                  <a:pt x="609510" y="638469"/>
                </a:lnTo>
                <a:lnTo>
                  <a:pt x="631981" y="653915"/>
                </a:lnTo>
                <a:lnTo>
                  <a:pt x="655316" y="667685"/>
                </a:lnTo>
                <a:lnTo>
                  <a:pt x="679489" y="679829"/>
                </a:lnTo>
                <a:lnTo>
                  <a:pt x="704456" y="690433"/>
                </a:lnTo>
                <a:lnTo>
                  <a:pt x="730156" y="699614"/>
                </a:lnTo>
                <a:lnTo>
                  <a:pt x="756516" y="707516"/>
                </a:lnTo>
                <a:lnTo>
                  <a:pt x="783451" y="714303"/>
                </a:lnTo>
                <a:lnTo>
                  <a:pt x="810875" y="720141"/>
                </a:lnTo>
                <a:lnTo>
                  <a:pt x="838715" y="725174"/>
                </a:lnTo>
                <a:lnTo>
                  <a:pt x="866950" y="729438"/>
                </a:lnTo>
                <a:lnTo>
                  <a:pt x="896111" y="731908"/>
                </a:lnTo>
                <a:lnTo>
                  <a:pt x="877185" y="709587"/>
                </a:lnTo>
                <a:lnTo>
                  <a:pt x="857334" y="689060"/>
                </a:lnTo>
                <a:lnTo>
                  <a:pt x="837086" y="669301"/>
                </a:lnTo>
                <a:lnTo>
                  <a:pt x="816424" y="650348"/>
                </a:lnTo>
                <a:lnTo>
                  <a:pt x="795272" y="632343"/>
                </a:lnTo>
                <a:lnTo>
                  <a:pt x="773546" y="615454"/>
                </a:lnTo>
                <a:lnTo>
                  <a:pt x="751160" y="599844"/>
                </a:lnTo>
                <a:lnTo>
                  <a:pt x="728040" y="585656"/>
                </a:lnTo>
                <a:lnTo>
                  <a:pt x="704127" y="573009"/>
                </a:lnTo>
                <a:lnTo>
                  <a:pt x="679375" y="561987"/>
                </a:lnTo>
                <a:lnTo>
                  <a:pt x="653759" y="552642"/>
                </a:lnTo>
                <a:lnTo>
                  <a:pt x="627268" y="544993"/>
                </a:lnTo>
                <a:lnTo>
                  <a:pt x="599903" y="539042"/>
                </a:lnTo>
                <a:lnTo>
                  <a:pt x="571655" y="534802"/>
                </a:lnTo>
                <a:lnTo>
                  <a:pt x="542448" y="532422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35597" y="551602"/>
                </a:lnTo>
                <a:lnTo>
                  <a:pt x="560267" y="565796"/>
                </a:lnTo>
                <a:lnTo>
                  <a:pt x="585195" y="577974"/>
                </a:lnTo>
                <a:lnTo>
                  <a:pt x="610360" y="588297"/>
                </a:lnTo>
                <a:lnTo>
                  <a:pt x="635761" y="596780"/>
                </a:lnTo>
                <a:lnTo>
                  <a:pt x="661398" y="603424"/>
                </a:lnTo>
                <a:lnTo>
                  <a:pt x="687267" y="608252"/>
                </a:lnTo>
                <a:lnTo>
                  <a:pt x="713363" y="611317"/>
                </a:lnTo>
                <a:lnTo>
                  <a:pt x="739671" y="612713"/>
                </a:lnTo>
                <a:lnTo>
                  <a:pt x="766178" y="612566"/>
                </a:lnTo>
                <a:lnTo>
                  <a:pt x="792862" y="611034"/>
                </a:lnTo>
                <a:lnTo>
                  <a:pt x="819701" y="608292"/>
                </a:lnTo>
                <a:lnTo>
                  <a:pt x="846672" y="604523"/>
                </a:lnTo>
                <a:lnTo>
                  <a:pt x="873754" y="599881"/>
                </a:lnTo>
                <a:lnTo>
                  <a:pt x="900943" y="594405"/>
                </a:lnTo>
                <a:lnTo>
                  <a:pt x="928381" y="586985"/>
                </a:lnTo>
                <a:lnTo>
                  <a:pt x="903699" y="572889"/>
                </a:lnTo>
                <a:lnTo>
                  <a:pt x="878768" y="560737"/>
                </a:lnTo>
                <a:lnTo>
                  <a:pt x="853730" y="549419"/>
                </a:lnTo>
                <a:lnTo>
                  <a:pt x="828580" y="538973"/>
                </a:lnTo>
                <a:lnTo>
                  <a:pt x="803299" y="529555"/>
                </a:lnTo>
                <a:lnTo>
                  <a:pt x="777862" y="521347"/>
                </a:lnTo>
                <a:lnTo>
                  <a:pt x="752248" y="514525"/>
                </a:lnTo>
                <a:lnTo>
                  <a:pt x="726437" y="509244"/>
                </a:lnTo>
                <a:lnTo>
                  <a:pt x="700412" y="505634"/>
                </a:lnTo>
                <a:lnTo>
                  <a:pt x="674161" y="503785"/>
                </a:lnTo>
                <a:lnTo>
                  <a:pt x="647677" y="503753"/>
                </a:lnTo>
                <a:lnTo>
                  <a:pt x="620958" y="505561"/>
                </a:lnTo>
                <a:lnTo>
                  <a:pt x="594003" y="509207"/>
                </a:lnTo>
                <a:lnTo>
                  <a:pt x="566810" y="514709"/>
                </a:lnTo>
                <a:lnTo>
                  <a:pt x="539360" y="522227"/>
                </a:lnTo>
                <a:close/>
              </a:path>
              <a:path w="1059681" h="2918467">
                <a:moveTo>
                  <a:pt x="511418" y="533576"/>
                </a:moveTo>
                <a:lnTo>
                  <a:pt x="548095" y="547619"/>
                </a:lnTo>
                <a:lnTo>
                  <a:pt x="584032" y="556686"/>
                </a:lnTo>
                <a:lnTo>
                  <a:pt x="619580" y="563135"/>
                </a:lnTo>
                <a:lnTo>
                  <a:pt x="654770" y="567175"/>
                </a:lnTo>
                <a:lnTo>
                  <a:pt x="689605" y="568827"/>
                </a:lnTo>
                <a:lnTo>
                  <a:pt x="724085" y="568090"/>
                </a:lnTo>
                <a:lnTo>
                  <a:pt x="758215" y="564994"/>
                </a:lnTo>
                <a:lnTo>
                  <a:pt x="792004" y="559609"/>
                </a:lnTo>
                <a:lnTo>
                  <a:pt x="825471" y="552057"/>
                </a:lnTo>
                <a:lnTo>
                  <a:pt x="858640" y="542502"/>
                </a:lnTo>
                <a:lnTo>
                  <a:pt x="891541" y="531147"/>
                </a:lnTo>
                <a:lnTo>
                  <a:pt x="924210" y="518221"/>
                </a:lnTo>
                <a:lnTo>
                  <a:pt x="956679" y="503961"/>
                </a:lnTo>
                <a:lnTo>
                  <a:pt x="988981" y="488568"/>
                </a:lnTo>
                <a:lnTo>
                  <a:pt x="1021121" y="472092"/>
                </a:lnTo>
                <a:lnTo>
                  <a:pt x="1052886" y="453091"/>
                </a:lnTo>
                <a:lnTo>
                  <a:pt x="1016968" y="444151"/>
                </a:lnTo>
                <a:lnTo>
                  <a:pt x="981425" y="437735"/>
                </a:lnTo>
                <a:lnTo>
                  <a:pt x="946043" y="432403"/>
                </a:lnTo>
                <a:lnTo>
                  <a:pt x="910829" y="428203"/>
                </a:lnTo>
                <a:lnTo>
                  <a:pt x="875814" y="425339"/>
                </a:lnTo>
                <a:lnTo>
                  <a:pt x="841032" y="424044"/>
                </a:lnTo>
                <a:lnTo>
                  <a:pt x="806518" y="424550"/>
                </a:lnTo>
                <a:lnTo>
                  <a:pt x="772301" y="427058"/>
                </a:lnTo>
                <a:lnTo>
                  <a:pt x="738406" y="431734"/>
                </a:lnTo>
                <a:lnTo>
                  <a:pt x="704852" y="438698"/>
                </a:lnTo>
                <a:lnTo>
                  <a:pt x="671649" y="448022"/>
                </a:lnTo>
                <a:lnTo>
                  <a:pt x="638800" y="459735"/>
                </a:lnTo>
                <a:lnTo>
                  <a:pt x="606307" y="473835"/>
                </a:lnTo>
                <a:lnTo>
                  <a:pt x="574171" y="490345"/>
                </a:lnTo>
                <a:lnTo>
                  <a:pt x="542425" y="50947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38594" y="116920"/>
                </a:lnTo>
                <a:lnTo>
                  <a:pt x="558709" y="139688"/>
                </a:lnTo>
                <a:lnTo>
                  <a:pt x="579773" y="160505"/>
                </a:lnTo>
                <a:lnTo>
                  <a:pt x="601709" y="179526"/>
                </a:lnTo>
                <a:lnTo>
                  <a:pt x="624511" y="196767"/>
                </a:lnTo>
                <a:lnTo>
                  <a:pt x="648178" y="212228"/>
                </a:lnTo>
                <a:lnTo>
                  <a:pt x="672700" y="225930"/>
                </a:lnTo>
                <a:lnTo>
                  <a:pt x="698051" y="237927"/>
                </a:lnTo>
                <a:lnTo>
                  <a:pt x="724188" y="248308"/>
                </a:lnTo>
                <a:lnTo>
                  <a:pt x="751050" y="257196"/>
                </a:lnTo>
                <a:lnTo>
                  <a:pt x="778564" y="264743"/>
                </a:lnTo>
                <a:lnTo>
                  <a:pt x="806647" y="271119"/>
                </a:lnTo>
                <a:lnTo>
                  <a:pt x="835214" y="276501"/>
                </a:lnTo>
                <a:lnTo>
                  <a:pt x="864191" y="281038"/>
                </a:lnTo>
                <a:lnTo>
                  <a:pt x="893561" y="284768"/>
                </a:lnTo>
                <a:lnTo>
                  <a:pt x="923845" y="286617"/>
                </a:lnTo>
                <a:lnTo>
                  <a:pt x="903684" y="263943"/>
                </a:lnTo>
                <a:lnTo>
                  <a:pt x="882608" y="243152"/>
                </a:lnTo>
                <a:lnTo>
                  <a:pt x="861139" y="223168"/>
                </a:lnTo>
                <a:lnTo>
                  <a:pt x="839261" y="204028"/>
                </a:lnTo>
                <a:lnTo>
                  <a:pt x="816898" y="185883"/>
                </a:lnTo>
                <a:lnTo>
                  <a:pt x="793967" y="168908"/>
                </a:lnTo>
                <a:lnTo>
                  <a:pt x="770383" y="153275"/>
                </a:lnTo>
                <a:lnTo>
                  <a:pt x="746074" y="139134"/>
                </a:lnTo>
                <a:lnTo>
                  <a:pt x="720980" y="126609"/>
                </a:lnTo>
                <a:lnTo>
                  <a:pt x="695057" y="115790"/>
                </a:lnTo>
                <a:lnTo>
                  <a:pt x="668278" y="106729"/>
                </a:lnTo>
                <a:lnTo>
                  <a:pt x="640635" y="99449"/>
                </a:lnTo>
                <a:lnTo>
                  <a:pt x="612126" y="93948"/>
                </a:lnTo>
                <a:lnTo>
                  <a:pt x="582744" y="90243"/>
                </a:lnTo>
                <a:lnTo>
                  <a:pt x="552414" y="88490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889" y="114953"/>
                </a:lnTo>
                <a:lnTo>
                  <a:pt x="582306" y="134505"/>
                </a:lnTo>
                <a:lnTo>
                  <a:pt x="614150" y="151450"/>
                </a:lnTo>
                <a:lnTo>
                  <a:pt x="646386" y="165994"/>
                </a:lnTo>
                <a:lnTo>
                  <a:pt x="679011" y="178159"/>
                </a:lnTo>
                <a:lnTo>
                  <a:pt x="712025" y="187945"/>
                </a:lnTo>
                <a:lnTo>
                  <a:pt x="745422" y="195380"/>
                </a:lnTo>
                <a:lnTo>
                  <a:pt x="779192" y="200536"/>
                </a:lnTo>
                <a:lnTo>
                  <a:pt x="813315" y="203532"/>
                </a:lnTo>
                <a:lnTo>
                  <a:pt x="847765" y="204533"/>
                </a:lnTo>
                <a:lnTo>
                  <a:pt x="882507" y="203742"/>
                </a:lnTo>
                <a:lnTo>
                  <a:pt x="917504" y="201386"/>
                </a:lnTo>
                <a:lnTo>
                  <a:pt x="952719" y="197700"/>
                </a:lnTo>
                <a:lnTo>
                  <a:pt x="988118" y="192885"/>
                </a:lnTo>
                <a:lnTo>
                  <a:pt x="1023694" y="186992"/>
                </a:lnTo>
                <a:lnTo>
                  <a:pt x="1059681" y="178583"/>
                </a:lnTo>
                <a:lnTo>
                  <a:pt x="1028242" y="159157"/>
                </a:lnTo>
                <a:lnTo>
                  <a:pt x="996393" y="142247"/>
                </a:lnTo>
                <a:lnTo>
                  <a:pt x="964367" y="126415"/>
                </a:lnTo>
                <a:lnTo>
                  <a:pt x="932157" y="111711"/>
                </a:lnTo>
                <a:lnTo>
                  <a:pt x="899730" y="98338"/>
                </a:lnTo>
                <a:lnTo>
                  <a:pt x="867047" y="86529"/>
                </a:lnTo>
                <a:lnTo>
                  <a:pt x="834071" y="76512"/>
                </a:lnTo>
                <a:lnTo>
                  <a:pt x="800769" y="68491"/>
                </a:lnTo>
                <a:lnTo>
                  <a:pt x="767114" y="62630"/>
                </a:lnTo>
                <a:lnTo>
                  <a:pt x="733087" y="59048"/>
                </a:lnTo>
                <a:lnTo>
                  <a:pt x="698675" y="57816"/>
                </a:lnTo>
                <a:lnTo>
                  <a:pt x="663875" y="58964"/>
                </a:lnTo>
                <a:lnTo>
                  <a:pt x="628686" y="62491"/>
                </a:lnTo>
                <a:lnTo>
                  <a:pt x="593105" y="68418"/>
                </a:lnTo>
                <a:lnTo>
                  <a:pt x="557098" y="76953"/>
                </a:lnTo>
                <a:close/>
              </a:path>
              <a:path w="1059681" h="2918467">
                <a:moveTo>
                  <a:pt x="520281" y="90444"/>
                </a:moveTo>
                <a:lnTo>
                  <a:pt x="550964" y="102365"/>
                </a:lnTo>
                <a:lnTo>
                  <a:pt x="581047" y="110113"/>
                </a:lnTo>
                <a:lnTo>
                  <a:pt x="610815" y="115665"/>
                </a:lnTo>
                <a:lnTo>
                  <a:pt x="640293" y="119197"/>
                </a:lnTo>
                <a:lnTo>
                  <a:pt x="669483" y="120725"/>
                </a:lnTo>
                <a:lnTo>
                  <a:pt x="698386" y="120250"/>
                </a:lnTo>
                <a:lnTo>
                  <a:pt x="727004" y="117795"/>
                </a:lnTo>
                <a:lnTo>
                  <a:pt x="755347" y="113422"/>
                </a:lnTo>
                <a:lnTo>
                  <a:pt x="783428" y="107230"/>
                </a:lnTo>
                <a:lnTo>
                  <a:pt x="811268" y="99358"/>
                </a:lnTo>
                <a:lnTo>
                  <a:pt x="838892" y="89976"/>
                </a:lnTo>
                <a:lnTo>
                  <a:pt x="866326" y="79278"/>
                </a:lnTo>
                <a:lnTo>
                  <a:pt x="893600" y="67460"/>
                </a:lnTo>
                <a:lnTo>
                  <a:pt x="920737" y="54691"/>
                </a:lnTo>
                <a:lnTo>
                  <a:pt x="947743" y="41014"/>
                </a:lnTo>
                <a:lnTo>
                  <a:pt x="974445" y="25220"/>
                </a:lnTo>
                <a:lnTo>
                  <a:pt x="944377" y="17578"/>
                </a:lnTo>
                <a:lnTo>
                  <a:pt x="914613" y="12055"/>
                </a:lnTo>
                <a:lnTo>
                  <a:pt x="884980" y="7439"/>
                </a:lnTo>
                <a:lnTo>
                  <a:pt x="855483" y="3774"/>
                </a:lnTo>
                <a:lnTo>
                  <a:pt x="826146" y="1228"/>
                </a:lnTo>
                <a:lnTo>
                  <a:pt x="796999" y="0"/>
                </a:lnTo>
                <a:lnTo>
                  <a:pt x="768069" y="281"/>
                </a:lnTo>
                <a:lnTo>
                  <a:pt x="739380" y="2242"/>
                </a:lnTo>
                <a:lnTo>
                  <a:pt x="710952" y="6022"/>
                </a:lnTo>
                <a:lnTo>
                  <a:pt x="682799" y="11720"/>
                </a:lnTo>
                <a:lnTo>
                  <a:pt x="654931" y="19398"/>
                </a:lnTo>
                <a:lnTo>
                  <a:pt x="627351" y="29079"/>
                </a:lnTo>
                <a:lnTo>
                  <a:pt x="600058" y="40764"/>
                </a:lnTo>
                <a:lnTo>
                  <a:pt x="573056" y="54469"/>
                </a:lnTo>
                <a:lnTo>
                  <a:pt x="546369" y="70370"/>
                </a:lnTo>
                <a:close/>
              </a:path>
            </a:pathLst>
          </a:custGeom>
          <a:solidFill>
            <a:srgbClr val="81B29A">
              <a:alpha val="31500"/>
            </a:srgbClr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3" name="Tiêu đề"/>
          <p:cNvSpPr txBox="1"/>
          <p:nvPr/>
        </p:nvSpPr>
        <p:spPr>
          <a:xfrm>
            <a:off x="731520" y="566928"/>
            <a:ext cx="10408615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030"/>
              </a:lnSpc>
              <a:buNone/>
            </a:pPr>
            <a:r>
              <a:rPr lang="vi-VN" sz="3600" b="1" i="0" dirty="0">
                <a:solidFill>
                  <a:srgbClr val="3D405B"/>
                </a:solidFill>
                <a:latin typeface="Candara"/>
                <a:cs typeface="Candara"/>
              </a:rPr>
              <a:t>Một vài lưu ý</a:t>
            </a:r>
          </a:p>
        </p:txBody>
      </p:sp>
      <p:sp>
        <p:nvSpPr>
          <p:cNvPr id="14" name="!!tdot0"/>
          <p:cNvSpPr/>
          <p:nvPr/>
        </p:nvSpPr>
        <p:spPr>
          <a:xfrm>
            <a:off x="731520" y="1243584"/>
            <a:ext cx="100584" cy="10058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5" name="!!tdot1"/>
          <p:cNvSpPr/>
          <p:nvPr/>
        </p:nvSpPr>
        <p:spPr>
          <a:xfrm>
            <a:off x="914400" y="1243584"/>
            <a:ext cx="100584" cy="100584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6" name="!!tdot2"/>
          <p:cNvSpPr/>
          <p:nvPr/>
        </p:nvSpPr>
        <p:spPr>
          <a:xfrm>
            <a:off x="1097280" y="1243584"/>
            <a:ext cx="100584" cy="100584"/>
          </a:xfrm>
          <a:prstGeom prst="ellipse">
            <a:avLst/>
          </a:prstGeom>
          <a:solidFill>
            <a:srgbClr val="F2CC8F"/>
          </a:solidFill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endParaRPr lang="vi-VN"/>
          </a:p>
        </p:txBody>
      </p:sp>
      <p:sp>
        <p:nvSpPr>
          <p:cNvPr id="17" name="Shape 17"/>
          <p:cNvSpPr txBox="1"/>
          <p:nvPr/>
        </p:nvSpPr>
        <p:spPr>
          <a:xfrm>
            <a:off x="731520" y="2012594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Công cụ free, chỉ kéo template từ Slidesgo, Canvas &amp; SlidesCarnival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31520" y="2844698"/>
            <a:ext cx="10408615" cy="8290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Kho ảnh thật đều có sources, tên tác giả, link dẫn, dùng từ nguồn sẵn có, không vì mục đích thương mại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31520" y="4073042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Mọi góp ý liên lạc qua email: haanhhaidang@gmail.com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31520" y="4905146"/>
            <a:ext cx="10408615" cy="4328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10896" indent="-310896">
              <a:lnSpc>
                <a:spcPts val="3120"/>
              </a:lnSpc>
              <a:buClr>
                <a:srgbClr val="D9534F"/>
              </a:buClr>
              <a:buFont typeface="Segoe UI"/>
              <a:buChar char="●"/>
            </a:pPr>
            <a:r>
              <a:rPr lang="vi-VN" sz="2600" b="0" i="0" dirty="0">
                <a:solidFill>
                  <a:srgbClr val="55597A"/>
                </a:solidFill>
                <a:latin typeface="Candara"/>
                <a:cs typeface="Candara"/>
              </a:rPr>
              <a:t>Chúc các bạn vui</a:t>
            </a:r>
          </a:p>
        </p:txBody>
      </p:sp>
      <p:sp>
        <p:nvSpPr>
          <p:cNvPr id="21" name="Số trang"/>
          <p:cNvSpPr txBox="1"/>
          <p:nvPr/>
        </p:nvSpPr>
        <p:spPr>
          <a:xfrm>
            <a:off x="109115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80"/>
              </a:lnSpc>
              <a:buNone/>
            </a:pPr>
            <a:r>
              <a:rPr lang="vi-VN" sz="1200" b="1" i="0" dirty="0">
                <a:solidFill>
                  <a:srgbClr val="7A7E98"/>
                </a:solidFill>
                <a:latin typeface="Candara"/>
                <a:cs typeface="Candara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7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1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8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:description>generated using python-pptx</dc:description>
  <cp:lastModifiedBy>Auto PPT</cp:lastModifiedBy>
  <cp:revision>1</cp:revision>
  <dcterms:created xsi:type="dcterms:W3CDTF">2013-01-27T09:14:16Z</dcterms:created>
  <dcterms:modified xsi:type="dcterms:W3CDTF">2013-01-27T09:15:58Z</dcterms:modified>
  <cp:category/>
  <dc:title>HƯỚNG DẪN</dc:title>
</cp:coreProperties>
</file>